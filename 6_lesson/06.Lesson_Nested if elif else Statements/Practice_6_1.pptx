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9" r:id="rId2"/>
    <p:sldId id="257" r:id="rId3"/>
    <p:sldId id="256" r:id="rId4"/>
    <p:sldId id="34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74" autoAdjust="0"/>
    <p:restoredTop sz="93554" autoAdjust="0"/>
  </p:normalViewPr>
  <p:slideViewPr>
    <p:cSldViewPr snapToGrid="0">
      <p:cViewPr varScale="1">
        <p:scale>
          <a:sx n="68" d="100"/>
          <a:sy n="68"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B3901B-3C58-48E3-8841-826C5DF48994}" type="datetimeFigureOut">
              <a:rPr lang="en-US" smtClean="0"/>
              <a:t>7/27/2024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56FE-A72C-4942-89DB-655309DFB571}" type="slidenum">
              <a:rPr lang="en-US" smtClean="0"/>
              <a:t>‹#›</a:t>
            </a:fld>
            <a:endParaRPr lang="en-US"/>
          </a:p>
        </p:txBody>
      </p:sp>
    </p:spTree>
    <p:extLst>
      <p:ext uri="{BB962C8B-B14F-4D97-AF65-F5344CB8AC3E}">
        <p14:creationId xmlns:p14="http://schemas.microsoft.com/office/powerpoint/2010/main" val="559351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256FE-A72C-4942-89DB-655309DFB571}" type="slidenum">
              <a:rPr lang="en-US" smtClean="0"/>
              <a:t>4</a:t>
            </a:fld>
            <a:endParaRPr lang="en-US"/>
          </a:p>
        </p:txBody>
      </p:sp>
    </p:spTree>
    <p:extLst>
      <p:ext uri="{BB962C8B-B14F-4D97-AF65-F5344CB8AC3E}">
        <p14:creationId xmlns:p14="http://schemas.microsoft.com/office/powerpoint/2010/main" val="2411381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FD954-4BD9-43B4-8E0E-27ABF86CC3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576300-FA9F-4C2B-B351-F004F7DB2B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7EFF4D-D281-4B59-916F-430E3FCD83E0}"/>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5" name="Footer Placeholder 4">
            <a:extLst>
              <a:ext uri="{FF2B5EF4-FFF2-40B4-BE49-F238E27FC236}">
                <a16:creationId xmlns:a16="http://schemas.microsoft.com/office/drawing/2014/main" id="{2C77FC65-22F9-4367-922D-24147F473A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70213D-5936-4D13-8F35-16839CDC1311}"/>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3057836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52F67-1CFE-4FFC-BBAB-25800CEAF7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3734DF-366E-4E37-9B9D-ACD0D7412F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72553-4BE2-4F3E-B993-36A00F369DB2}"/>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5" name="Footer Placeholder 4">
            <a:extLst>
              <a:ext uri="{FF2B5EF4-FFF2-40B4-BE49-F238E27FC236}">
                <a16:creationId xmlns:a16="http://schemas.microsoft.com/office/drawing/2014/main" id="{2F8FCFA1-D253-43B7-BBB9-99D2BCCDE3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7A29D-83A7-4244-A0B7-3FF72FBC17DF}"/>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3019343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E3EC5-BBBC-4A14-901E-A261A08594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AAEB8A-AB01-4E73-BFC1-782D482957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312820-C7D9-4DED-8237-12DA664FB1A8}"/>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5" name="Footer Placeholder 4">
            <a:extLst>
              <a:ext uri="{FF2B5EF4-FFF2-40B4-BE49-F238E27FC236}">
                <a16:creationId xmlns:a16="http://schemas.microsoft.com/office/drawing/2014/main" id="{B6A8102B-6D98-40D8-93D3-C514D820E8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A734C4-9F1A-42AC-804D-F8843B891C41}"/>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2583180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3BC25-0284-444E-8950-B2E1F81FC4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E6324C-8760-4F50-9D3A-E0931D4549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C17134-E39E-4BE4-8EE6-2A384F6C63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4228BD-BBF9-479F-A6EF-152A7201E4D2}"/>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6" name="Footer Placeholder 5">
            <a:extLst>
              <a:ext uri="{FF2B5EF4-FFF2-40B4-BE49-F238E27FC236}">
                <a16:creationId xmlns:a16="http://schemas.microsoft.com/office/drawing/2014/main" id="{36EB435F-8CDF-459E-A46F-156DED07D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E7111-B8AE-4270-98A5-DE288EF5BEDC}"/>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41559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B1697-1B39-4198-8A0B-966E8ACB6B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B16340-3C93-4078-8B6D-FB3ED17A56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5A4787-EBC5-4EF6-9F9D-0B149FA4F0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BE2854-83F3-4AEB-B103-1630E4AB5C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455DA-5F0D-4EB1-AA4C-08350E1EC9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E86614-95A2-43DC-A6DA-02CF15F9B27E}"/>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8" name="Footer Placeholder 7">
            <a:extLst>
              <a:ext uri="{FF2B5EF4-FFF2-40B4-BE49-F238E27FC236}">
                <a16:creationId xmlns:a16="http://schemas.microsoft.com/office/drawing/2014/main" id="{F0A8EC12-27EB-4896-AB16-3310EF1023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D239F5-241F-4014-9D98-7537FD82EB1A}"/>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414978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10928-BA67-4FE4-A8B3-43BBB808C1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D0E0BA-4942-45AE-AA21-D3ED827FE0D9}"/>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4" name="Footer Placeholder 3">
            <a:extLst>
              <a:ext uri="{FF2B5EF4-FFF2-40B4-BE49-F238E27FC236}">
                <a16:creationId xmlns:a16="http://schemas.microsoft.com/office/drawing/2014/main" id="{12B49196-8B36-4AA1-AE5F-E5AA07DEFD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307284-CA75-4EE6-8C0A-F673EA3E48C2}"/>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1634526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081DB3-4700-4D47-A53D-459DCA5DB47A}"/>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3" name="Footer Placeholder 2">
            <a:extLst>
              <a:ext uri="{FF2B5EF4-FFF2-40B4-BE49-F238E27FC236}">
                <a16:creationId xmlns:a16="http://schemas.microsoft.com/office/drawing/2014/main" id="{63A6C90A-B606-4DD7-B6A6-19DB065066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C3DE00-76F9-4CA9-AF2C-DABD64B672A5}"/>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4209359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B7B2-4019-4F4F-8488-36239C7924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343730-2991-4B01-8749-907712BA46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6A3B46-816B-4DD3-9FD3-1740F6BBAE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6E8A4-FB9C-4419-92AC-3834EAA714F3}"/>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6" name="Footer Placeholder 5">
            <a:extLst>
              <a:ext uri="{FF2B5EF4-FFF2-40B4-BE49-F238E27FC236}">
                <a16:creationId xmlns:a16="http://schemas.microsoft.com/office/drawing/2014/main" id="{F0B5A5DC-D8B1-4537-9831-5A4CC1B8EA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0C0218-6ACC-4077-9B97-CC205EB50A72}"/>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45910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5763-C7CF-419D-AD49-B6DF582227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D487F1-083F-4301-A424-3370FD6DE6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833EE6-92B8-4F32-8215-CFCBC15A7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769DE-CF63-44B0-A974-571235A4AD22}"/>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6" name="Footer Placeholder 5">
            <a:extLst>
              <a:ext uri="{FF2B5EF4-FFF2-40B4-BE49-F238E27FC236}">
                <a16:creationId xmlns:a16="http://schemas.microsoft.com/office/drawing/2014/main" id="{E1BE055C-A4D4-47B1-93B1-2110C7808B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1559E1-F94D-427E-BA9C-76FF10149E8A}"/>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1187855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39EA4-C13F-42E5-A105-27B22FCBFE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1FC437-CF5A-45A7-B3C1-0EA550CF01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D2E18C-596E-48BA-9CA4-66B1793838F0}"/>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5" name="Footer Placeholder 4">
            <a:extLst>
              <a:ext uri="{FF2B5EF4-FFF2-40B4-BE49-F238E27FC236}">
                <a16:creationId xmlns:a16="http://schemas.microsoft.com/office/drawing/2014/main" id="{FF864CB2-5197-4921-8AE9-7D914148E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920F4F-6D76-4341-8300-27C145ED67FE}"/>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2763605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B0B56B-417D-4630-89E3-DC06FC51EF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B08672-9F94-4ADF-A50F-4A506224BC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5EDD1-65B9-4351-8FB7-56BDB3ABC56D}"/>
              </a:ext>
            </a:extLst>
          </p:cNvPr>
          <p:cNvSpPr>
            <a:spLocks noGrp="1"/>
          </p:cNvSpPr>
          <p:nvPr>
            <p:ph type="dt" sz="half" idx="10"/>
          </p:nvPr>
        </p:nvSpPr>
        <p:spPr/>
        <p:txBody>
          <a:bodyPr/>
          <a:lstStyle/>
          <a:p>
            <a:fld id="{9A270447-7F61-4FE1-8090-60E4745075AE}" type="datetimeFigureOut">
              <a:rPr lang="en-US" smtClean="0"/>
              <a:t>7/27/2024</a:t>
            </a:fld>
            <a:endParaRPr lang="en-US"/>
          </a:p>
        </p:txBody>
      </p:sp>
      <p:sp>
        <p:nvSpPr>
          <p:cNvPr id="5" name="Footer Placeholder 4">
            <a:extLst>
              <a:ext uri="{FF2B5EF4-FFF2-40B4-BE49-F238E27FC236}">
                <a16:creationId xmlns:a16="http://schemas.microsoft.com/office/drawing/2014/main" id="{5E7B33C8-F128-4119-83DF-C1FA8C5510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412083-EFEE-4C32-9C24-5D0ED0790D82}"/>
              </a:ext>
            </a:extLst>
          </p:cNvPr>
          <p:cNvSpPr>
            <a:spLocks noGrp="1"/>
          </p:cNvSpPr>
          <p:nvPr>
            <p:ph type="sldNum" sz="quarter" idx="12"/>
          </p:nvPr>
        </p:nvSpPr>
        <p:spPr/>
        <p:txBody>
          <a:bodyPr/>
          <a:lstStyle/>
          <a:p>
            <a:fld id="{030DD6F7-AF3B-4898-AFBE-B4A605E3A436}" type="slidenum">
              <a:rPr lang="en-US" smtClean="0"/>
              <a:t>‹#›</a:t>
            </a:fld>
            <a:endParaRPr lang="en-US"/>
          </a:p>
        </p:txBody>
      </p:sp>
    </p:spTree>
    <p:extLst>
      <p:ext uri="{BB962C8B-B14F-4D97-AF65-F5344CB8AC3E}">
        <p14:creationId xmlns:p14="http://schemas.microsoft.com/office/powerpoint/2010/main" val="1414018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E55655-6097-4D6C-8836-62D827C049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BA8240-CB69-432A-9307-B3336EC90A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F9EB46-DFBB-473D-89C5-417A88D6C9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270447-7F61-4FE1-8090-60E4745075AE}" type="datetimeFigureOut">
              <a:rPr lang="en-US" smtClean="0"/>
              <a:t>7/27/2024</a:t>
            </a:fld>
            <a:endParaRPr lang="en-US"/>
          </a:p>
        </p:txBody>
      </p:sp>
      <p:sp>
        <p:nvSpPr>
          <p:cNvPr id="5" name="Footer Placeholder 4">
            <a:extLst>
              <a:ext uri="{FF2B5EF4-FFF2-40B4-BE49-F238E27FC236}">
                <a16:creationId xmlns:a16="http://schemas.microsoft.com/office/drawing/2014/main" id="{1B32B524-EE07-4DBF-8FEE-7405B881F9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3C2CE1-A9C0-4BE7-9030-BC68C194D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DD6F7-AF3B-4898-AFBE-B4A605E3A436}" type="slidenum">
              <a:rPr lang="en-US" smtClean="0"/>
              <a:t>‹#›</a:t>
            </a:fld>
            <a:endParaRPr lang="en-US"/>
          </a:p>
        </p:txBody>
      </p:sp>
    </p:spTree>
    <p:extLst>
      <p:ext uri="{BB962C8B-B14F-4D97-AF65-F5344CB8AC3E}">
        <p14:creationId xmlns:p14="http://schemas.microsoft.com/office/powerpoint/2010/main" val="866497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2F685-9F6F-4979-8981-C3CE1BE0AC03}"/>
              </a:ext>
            </a:extLst>
          </p:cNvPr>
          <p:cNvSpPr>
            <a:spLocks noGrp="1"/>
          </p:cNvSpPr>
          <p:nvPr>
            <p:ph type="title"/>
          </p:nvPr>
        </p:nvSpPr>
        <p:spPr>
          <a:xfrm>
            <a:off x="683454" y="0"/>
            <a:ext cx="11034934" cy="2053884"/>
          </a:xfrm>
        </p:spPr>
        <p:txBody>
          <a:bodyPr>
            <a:normAutofit/>
          </a:bodyPr>
          <a:lstStyle/>
          <a:p>
            <a:pPr marR="0" lvl="0" algn="just">
              <a:lnSpc>
                <a:spcPct val="107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1.When a user is asked “Do you want to eat?”, if the user answers “yes”, then you should ask the user “How much money?”. If the user has 50 </a:t>
            </a:r>
            <a:r>
              <a:rPr lang="tk-TM" sz="2800" dirty="0">
                <a:latin typeface="Times New Roman" panose="02020603050405020304" pitchFamily="18" charset="0"/>
                <a:ea typeface="Calibri" panose="020F0502020204030204" pitchFamily="34" charset="0"/>
                <a:cs typeface="Times New Roman" panose="02020603050405020304" pitchFamily="18" charset="0"/>
              </a:rPr>
              <a:t>manats</a:t>
            </a:r>
            <a:r>
              <a:rPr lang="en-US" sz="2800" dirty="0">
                <a:latin typeface="Times New Roman" panose="02020603050405020304" pitchFamily="18" charset="0"/>
                <a:ea typeface="Calibri" panose="020F0502020204030204" pitchFamily="34" charset="0"/>
                <a:cs typeface="Times New Roman" panose="02020603050405020304" pitchFamily="18" charset="0"/>
              </a:rPr>
              <a:t> or more than that, output  "You can eat“</a:t>
            </a:r>
            <a:r>
              <a:rPr lang="tk-TM"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latin typeface="Times New Roman" panose="02020603050405020304" pitchFamily="18" charset="0"/>
                <a:ea typeface="Calibri" panose="020F0502020204030204" pitchFamily="34" charset="0"/>
                <a:cs typeface="Times New Roman" panose="02020603050405020304" pitchFamily="18" charset="0"/>
              </a:rPr>
              <a:t> e</a:t>
            </a:r>
            <a:r>
              <a:rPr lang="tk-TM" sz="2800" dirty="0">
                <a:latin typeface="Times New Roman" panose="02020603050405020304" pitchFamily="18" charset="0"/>
                <a:ea typeface="Calibri" panose="020F0502020204030204" pitchFamily="34" charset="0"/>
                <a:cs typeface="Times New Roman" panose="02020603050405020304" pitchFamily="18" charset="0"/>
              </a:rPr>
              <a:t>lse</a:t>
            </a:r>
            <a:r>
              <a:rPr lang="en-US" sz="2800" dirty="0">
                <a:latin typeface="Times New Roman" panose="02020603050405020304" pitchFamily="18" charset="0"/>
                <a:ea typeface="Calibri" panose="020F0502020204030204" pitchFamily="34" charset="0"/>
                <a:cs typeface="Times New Roman" panose="02020603050405020304" pitchFamily="18" charset="0"/>
              </a:rPr>
              <a:t> output "Your money is not enough". </a:t>
            </a:r>
            <a:r>
              <a:rPr lang="tk-TM"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latin typeface="Times New Roman" panose="02020603050405020304" pitchFamily="18" charset="0"/>
                <a:ea typeface="Calibri" panose="020F0502020204030204" pitchFamily="34" charset="0"/>
                <a:cs typeface="Times New Roman" panose="02020603050405020304" pitchFamily="18" charset="0"/>
              </a:rPr>
              <a:t>If answered “no”, output "Thank you!". </a:t>
            </a:r>
            <a:endParaRPr lang="en-US" sz="2800"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Title 1">
            <a:extLst>
              <a:ext uri="{FF2B5EF4-FFF2-40B4-BE49-F238E27FC236}">
                <a16:creationId xmlns:a16="http://schemas.microsoft.com/office/drawing/2014/main" id="{B53BB0AF-3D6D-43D5-A8CB-523CE411325C}"/>
              </a:ext>
            </a:extLst>
          </p:cNvPr>
          <p:cNvSpPr txBox="1">
            <a:spLocks/>
          </p:cNvSpPr>
          <p:nvPr/>
        </p:nvSpPr>
        <p:spPr>
          <a:xfrm>
            <a:off x="683454" y="2124224"/>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pic>
        <p:nvPicPr>
          <p:cNvPr id="3" name="Picture 2">
            <a:extLst>
              <a:ext uri="{FF2B5EF4-FFF2-40B4-BE49-F238E27FC236}">
                <a16:creationId xmlns:a16="http://schemas.microsoft.com/office/drawing/2014/main" id="{34334C87-B7ED-4427-AA01-0F831B330E8E}"/>
              </a:ext>
            </a:extLst>
          </p:cNvPr>
          <p:cNvPicPr>
            <a:picLocks noChangeAspect="1"/>
          </p:cNvPicPr>
          <p:nvPr/>
        </p:nvPicPr>
        <p:blipFill>
          <a:blip r:embed="rId2"/>
          <a:stretch>
            <a:fillRect/>
          </a:stretch>
        </p:blipFill>
        <p:spPr>
          <a:xfrm>
            <a:off x="753793" y="2746789"/>
            <a:ext cx="3804139" cy="1148734"/>
          </a:xfrm>
          <a:prstGeom prst="rect">
            <a:avLst/>
          </a:prstGeom>
        </p:spPr>
      </p:pic>
      <p:sp>
        <p:nvSpPr>
          <p:cNvPr id="8" name="Title 1">
            <a:extLst>
              <a:ext uri="{FF2B5EF4-FFF2-40B4-BE49-F238E27FC236}">
                <a16:creationId xmlns:a16="http://schemas.microsoft.com/office/drawing/2014/main" id="{9C9DE6FC-44F0-48ED-BB16-9579700DD8EF}"/>
              </a:ext>
            </a:extLst>
          </p:cNvPr>
          <p:cNvSpPr txBox="1">
            <a:spLocks/>
          </p:cNvSpPr>
          <p:nvPr/>
        </p:nvSpPr>
        <p:spPr>
          <a:xfrm>
            <a:off x="683454" y="4284711"/>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pic>
        <p:nvPicPr>
          <p:cNvPr id="4" name="Picture 3">
            <a:extLst>
              <a:ext uri="{FF2B5EF4-FFF2-40B4-BE49-F238E27FC236}">
                <a16:creationId xmlns:a16="http://schemas.microsoft.com/office/drawing/2014/main" id="{0C2EAF25-CD62-4E11-9E22-4FF0DD92E76F}"/>
              </a:ext>
            </a:extLst>
          </p:cNvPr>
          <p:cNvPicPr>
            <a:picLocks noChangeAspect="1"/>
          </p:cNvPicPr>
          <p:nvPr/>
        </p:nvPicPr>
        <p:blipFill>
          <a:blip r:embed="rId3"/>
          <a:stretch>
            <a:fillRect/>
          </a:stretch>
        </p:blipFill>
        <p:spPr>
          <a:xfrm>
            <a:off x="6366801" y="2746789"/>
            <a:ext cx="4451253" cy="1075303"/>
          </a:xfrm>
          <a:prstGeom prst="rect">
            <a:avLst/>
          </a:prstGeom>
        </p:spPr>
      </p:pic>
      <p:sp>
        <p:nvSpPr>
          <p:cNvPr id="11" name="Title 1">
            <a:extLst>
              <a:ext uri="{FF2B5EF4-FFF2-40B4-BE49-F238E27FC236}">
                <a16:creationId xmlns:a16="http://schemas.microsoft.com/office/drawing/2014/main" id="{DC4B1ABB-AB80-45CA-ABED-E8E6E341D4BA}"/>
              </a:ext>
            </a:extLst>
          </p:cNvPr>
          <p:cNvSpPr txBox="1">
            <a:spLocks/>
          </p:cNvSpPr>
          <p:nvPr/>
        </p:nvSpPr>
        <p:spPr>
          <a:xfrm>
            <a:off x="6251916" y="2124224"/>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sp>
        <p:nvSpPr>
          <p:cNvPr id="13" name="Title 1">
            <a:extLst>
              <a:ext uri="{FF2B5EF4-FFF2-40B4-BE49-F238E27FC236}">
                <a16:creationId xmlns:a16="http://schemas.microsoft.com/office/drawing/2014/main" id="{6A6A6D38-A016-47D3-AB5C-EE169460D558}"/>
              </a:ext>
            </a:extLst>
          </p:cNvPr>
          <p:cNvSpPr txBox="1">
            <a:spLocks/>
          </p:cNvSpPr>
          <p:nvPr/>
        </p:nvSpPr>
        <p:spPr>
          <a:xfrm>
            <a:off x="6251916" y="4284711"/>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pic>
        <p:nvPicPr>
          <p:cNvPr id="6" name="Picture 5">
            <a:extLst>
              <a:ext uri="{FF2B5EF4-FFF2-40B4-BE49-F238E27FC236}">
                <a16:creationId xmlns:a16="http://schemas.microsoft.com/office/drawing/2014/main" id="{DA5E2094-75CF-4FC5-AB99-11DAECF033D8}"/>
              </a:ext>
            </a:extLst>
          </p:cNvPr>
          <p:cNvPicPr>
            <a:picLocks noChangeAspect="1"/>
          </p:cNvPicPr>
          <p:nvPr/>
        </p:nvPicPr>
        <p:blipFill>
          <a:blip r:embed="rId4"/>
          <a:stretch>
            <a:fillRect/>
          </a:stretch>
        </p:blipFill>
        <p:spPr>
          <a:xfrm>
            <a:off x="786618" y="4897192"/>
            <a:ext cx="3635326" cy="735422"/>
          </a:xfrm>
          <a:prstGeom prst="rect">
            <a:avLst/>
          </a:prstGeom>
        </p:spPr>
      </p:pic>
      <p:pic>
        <p:nvPicPr>
          <p:cNvPr id="15" name="Picture 14">
            <a:extLst>
              <a:ext uri="{FF2B5EF4-FFF2-40B4-BE49-F238E27FC236}">
                <a16:creationId xmlns:a16="http://schemas.microsoft.com/office/drawing/2014/main" id="{2C2265CB-2E5E-48EF-881D-75235205E0FE}"/>
              </a:ext>
            </a:extLst>
          </p:cNvPr>
          <p:cNvPicPr>
            <a:picLocks noChangeAspect="1"/>
          </p:cNvPicPr>
          <p:nvPr/>
        </p:nvPicPr>
        <p:blipFill>
          <a:blip r:embed="rId5"/>
          <a:stretch>
            <a:fillRect/>
          </a:stretch>
        </p:blipFill>
        <p:spPr>
          <a:xfrm>
            <a:off x="6330460" y="4906148"/>
            <a:ext cx="4355123" cy="717511"/>
          </a:xfrm>
          <a:prstGeom prst="rect">
            <a:avLst/>
          </a:prstGeom>
        </p:spPr>
      </p:pic>
    </p:spTree>
    <p:extLst>
      <p:ext uri="{BB962C8B-B14F-4D97-AF65-F5344CB8AC3E}">
        <p14:creationId xmlns:p14="http://schemas.microsoft.com/office/powerpoint/2010/main" val="188247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2F685-9F6F-4979-8981-C3CE1BE0AC03}"/>
              </a:ext>
            </a:extLst>
          </p:cNvPr>
          <p:cNvSpPr>
            <a:spLocks noGrp="1"/>
          </p:cNvSpPr>
          <p:nvPr>
            <p:ph type="title"/>
          </p:nvPr>
        </p:nvSpPr>
        <p:spPr>
          <a:xfrm>
            <a:off x="683454" y="0"/>
            <a:ext cx="10908323" cy="1409144"/>
          </a:xfrm>
        </p:spPr>
        <p:txBody>
          <a:bodyPr>
            <a:normAutofit/>
          </a:bodyPr>
          <a:lstStyle/>
          <a:p>
            <a:pPr algn="just"/>
            <a:r>
              <a:rPr lang="en-US" sz="3200" dirty="0">
                <a:latin typeface="Times New Roman" panose="02020603050405020304" pitchFamily="18" charset="0"/>
                <a:cs typeface="Times New Roman" panose="02020603050405020304" pitchFamily="18" charset="0"/>
              </a:rPr>
              <a:t>2. Ask from a user the username and password and accept if they are correct.</a:t>
            </a:r>
          </a:p>
        </p:txBody>
      </p:sp>
      <p:sp>
        <p:nvSpPr>
          <p:cNvPr id="9" name="Title 1">
            <a:extLst>
              <a:ext uri="{FF2B5EF4-FFF2-40B4-BE49-F238E27FC236}">
                <a16:creationId xmlns:a16="http://schemas.microsoft.com/office/drawing/2014/main" id="{B53BB0AF-3D6D-43D5-A8CB-523CE411325C}"/>
              </a:ext>
            </a:extLst>
          </p:cNvPr>
          <p:cNvSpPr txBox="1">
            <a:spLocks/>
          </p:cNvSpPr>
          <p:nvPr/>
        </p:nvSpPr>
        <p:spPr>
          <a:xfrm>
            <a:off x="683454" y="1409144"/>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pic>
        <p:nvPicPr>
          <p:cNvPr id="3" name="Picture 2">
            <a:extLst>
              <a:ext uri="{FF2B5EF4-FFF2-40B4-BE49-F238E27FC236}">
                <a16:creationId xmlns:a16="http://schemas.microsoft.com/office/drawing/2014/main" id="{18EC36AB-A01C-4865-B3F4-5730BF13D518}"/>
              </a:ext>
            </a:extLst>
          </p:cNvPr>
          <p:cNvPicPr>
            <a:picLocks noChangeAspect="1"/>
          </p:cNvPicPr>
          <p:nvPr/>
        </p:nvPicPr>
        <p:blipFill rotWithShape="1">
          <a:blip r:embed="rId2"/>
          <a:srcRect b="-1756"/>
          <a:stretch/>
        </p:blipFill>
        <p:spPr>
          <a:xfrm>
            <a:off x="772548" y="2143498"/>
            <a:ext cx="4924425" cy="852919"/>
          </a:xfrm>
          <a:prstGeom prst="rect">
            <a:avLst/>
          </a:prstGeom>
        </p:spPr>
      </p:pic>
      <p:pic>
        <p:nvPicPr>
          <p:cNvPr id="4" name="Picture 3">
            <a:extLst>
              <a:ext uri="{FF2B5EF4-FFF2-40B4-BE49-F238E27FC236}">
                <a16:creationId xmlns:a16="http://schemas.microsoft.com/office/drawing/2014/main" id="{BBF00A57-90BA-412A-9D41-1D288EED757D}"/>
              </a:ext>
            </a:extLst>
          </p:cNvPr>
          <p:cNvPicPr>
            <a:picLocks noChangeAspect="1"/>
          </p:cNvPicPr>
          <p:nvPr/>
        </p:nvPicPr>
        <p:blipFill>
          <a:blip r:embed="rId3"/>
          <a:stretch>
            <a:fillRect/>
          </a:stretch>
        </p:blipFill>
        <p:spPr>
          <a:xfrm>
            <a:off x="772548" y="4241890"/>
            <a:ext cx="4319957" cy="1206966"/>
          </a:xfrm>
          <a:prstGeom prst="rect">
            <a:avLst/>
          </a:prstGeom>
        </p:spPr>
      </p:pic>
      <p:pic>
        <p:nvPicPr>
          <p:cNvPr id="5" name="Picture 4">
            <a:extLst>
              <a:ext uri="{FF2B5EF4-FFF2-40B4-BE49-F238E27FC236}">
                <a16:creationId xmlns:a16="http://schemas.microsoft.com/office/drawing/2014/main" id="{F0A4538F-D5D0-417E-A4ED-CF942CD84692}"/>
              </a:ext>
            </a:extLst>
          </p:cNvPr>
          <p:cNvPicPr>
            <a:picLocks noChangeAspect="1"/>
          </p:cNvPicPr>
          <p:nvPr/>
        </p:nvPicPr>
        <p:blipFill>
          <a:blip r:embed="rId4"/>
          <a:stretch>
            <a:fillRect/>
          </a:stretch>
        </p:blipFill>
        <p:spPr>
          <a:xfrm>
            <a:off x="6552918" y="2143498"/>
            <a:ext cx="4781550" cy="1323975"/>
          </a:xfrm>
          <a:prstGeom prst="rect">
            <a:avLst/>
          </a:prstGeom>
        </p:spPr>
      </p:pic>
      <p:sp>
        <p:nvSpPr>
          <p:cNvPr id="10" name="Title 1">
            <a:extLst>
              <a:ext uri="{FF2B5EF4-FFF2-40B4-BE49-F238E27FC236}">
                <a16:creationId xmlns:a16="http://schemas.microsoft.com/office/drawing/2014/main" id="{4A1A6D84-3452-486D-996E-18A37E0BA33D}"/>
              </a:ext>
            </a:extLst>
          </p:cNvPr>
          <p:cNvSpPr txBox="1">
            <a:spLocks/>
          </p:cNvSpPr>
          <p:nvPr/>
        </p:nvSpPr>
        <p:spPr>
          <a:xfrm>
            <a:off x="6495029" y="1409143"/>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sp>
        <p:nvSpPr>
          <p:cNvPr id="11" name="Title 1">
            <a:extLst>
              <a:ext uri="{FF2B5EF4-FFF2-40B4-BE49-F238E27FC236}">
                <a16:creationId xmlns:a16="http://schemas.microsoft.com/office/drawing/2014/main" id="{231345FB-E659-4027-86A5-571133DEBCBC}"/>
              </a:ext>
            </a:extLst>
          </p:cNvPr>
          <p:cNvSpPr txBox="1">
            <a:spLocks/>
          </p:cNvSpPr>
          <p:nvPr/>
        </p:nvSpPr>
        <p:spPr>
          <a:xfrm>
            <a:off x="835854" y="3733106"/>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3101261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2F685-9F6F-4979-8981-C3CE1BE0AC03}"/>
              </a:ext>
            </a:extLst>
          </p:cNvPr>
          <p:cNvSpPr>
            <a:spLocks noGrp="1"/>
          </p:cNvSpPr>
          <p:nvPr>
            <p:ph type="title"/>
          </p:nvPr>
        </p:nvSpPr>
        <p:spPr>
          <a:xfrm>
            <a:off x="683455" y="0"/>
            <a:ext cx="10515600" cy="1325563"/>
          </a:xfrm>
        </p:spPr>
        <p:txBody>
          <a:bodyPr>
            <a:normAutofit/>
          </a:bodyPr>
          <a:lstStyle/>
          <a:p>
            <a:pPr algn="just"/>
            <a:r>
              <a:rPr lang="en-US" sz="3200" dirty="0">
                <a:latin typeface="Times New Roman" panose="02020603050405020304" pitchFamily="18" charset="0"/>
                <a:cs typeface="Times New Roman" panose="02020603050405020304" pitchFamily="18" charset="0"/>
              </a:rPr>
              <a:t>Problem-3:</a:t>
            </a:r>
          </a:p>
        </p:txBody>
      </p:sp>
      <p:sp>
        <p:nvSpPr>
          <p:cNvPr id="6" name="Title 1">
            <a:extLst>
              <a:ext uri="{FF2B5EF4-FFF2-40B4-BE49-F238E27FC236}">
                <a16:creationId xmlns:a16="http://schemas.microsoft.com/office/drawing/2014/main" id="{C99303CA-3A0A-450B-B45D-07F60F7C5DEF}"/>
              </a:ext>
            </a:extLst>
          </p:cNvPr>
          <p:cNvSpPr txBox="1">
            <a:spLocks/>
          </p:cNvSpPr>
          <p:nvPr/>
        </p:nvSpPr>
        <p:spPr>
          <a:xfrm>
            <a:off x="683455" y="1142683"/>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pic>
        <p:nvPicPr>
          <p:cNvPr id="4" name="Picture 3">
            <a:extLst>
              <a:ext uri="{FF2B5EF4-FFF2-40B4-BE49-F238E27FC236}">
                <a16:creationId xmlns:a16="http://schemas.microsoft.com/office/drawing/2014/main" id="{6467E47A-B4F5-428B-A9E4-1CE27D0079D8}"/>
              </a:ext>
            </a:extLst>
          </p:cNvPr>
          <p:cNvPicPr>
            <a:picLocks noChangeAspect="1"/>
          </p:cNvPicPr>
          <p:nvPr/>
        </p:nvPicPr>
        <p:blipFill>
          <a:blip r:embed="rId2"/>
          <a:stretch>
            <a:fillRect/>
          </a:stretch>
        </p:blipFill>
        <p:spPr>
          <a:xfrm>
            <a:off x="785738" y="1826599"/>
            <a:ext cx="5219700" cy="2704911"/>
          </a:xfrm>
          <a:prstGeom prst="rect">
            <a:avLst/>
          </a:prstGeom>
        </p:spPr>
      </p:pic>
      <p:sp>
        <p:nvSpPr>
          <p:cNvPr id="7" name="Title 1">
            <a:extLst>
              <a:ext uri="{FF2B5EF4-FFF2-40B4-BE49-F238E27FC236}">
                <a16:creationId xmlns:a16="http://schemas.microsoft.com/office/drawing/2014/main" id="{5D6F6747-5E37-46AC-8B1C-1555EE82CF1F}"/>
              </a:ext>
            </a:extLst>
          </p:cNvPr>
          <p:cNvSpPr txBox="1">
            <a:spLocks/>
          </p:cNvSpPr>
          <p:nvPr/>
        </p:nvSpPr>
        <p:spPr>
          <a:xfrm>
            <a:off x="6786489" y="1143538"/>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7832E05C-6550-4CA8-873A-374AF6E3A690}"/>
              </a:ext>
            </a:extLst>
          </p:cNvPr>
          <p:cNvPicPr>
            <a:picLocks noChangeAspect="1"/>
          </p:cNvPicPr>
          <p:nvPr/>
        </p:nvPicPr>
        <p:blipFill>
          <a:blip r:embed="rId3"/>
          <a:stretch>
            <a:fillRect/>
          </a:stretch>
        </p:blipFill>
        <p:spPr>
          <a:xfrm>
            <a:off x="6898543" y="1794948"/>
            <a:ext cx="3571875" cy="819150"/>
          </a:xfrm>
          <a:prstGeom prst="rect">
            <a:avLst/>
          </a:prstGeom>
        </p:spPr>
      </p:pic>
      <p:sp>
        <p:nvSpPr>
          <p:cNvPr id="10" name="Title 1">
            <a:extLst>
              <a:ext uri="{FF2B5EF4-FFF2-40B4-BE49-F238E27FC236}">
                <a16:creationId xmlns:a16="http://schemas.microsoft.com/office/drawing/2014/main" id="{F758CDD4-F8F2-4881-A63F-DF2164626BDD}"/>
              </a:ext>
            </a:extLst>
          </p:cNvPr>
          <p:cNvSpPr txBox="1">
            <a:spLocks/>
          </p:cNvSpPr>
          <p:nvPr/>
        </p:nvSpPr>
        <p:spPr>
          <a:xfrm>
            <a:off x="6786489" y="3107514"/>
            <a:ext cx="1637715" cy="734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6600"/>
                </a:solidFill>
                <a:latin typeface="Times New Roman" panose="02020603050405020304" pitchFamily="18" charset="0"/>
                <a:cs typeface="Times New Roman" panose="02020603050405020304" pitchFamily="18" charset="0"/>
              </a:rPr>
              <a:t>Output:</a:t>
            </a:r>
          </a:p>
        </p:txBody>
      </p:sp>
      <p:pic>
        <p:nvPicPr>
          <p:cNvPr id="12" name="Picture 11">
            <a:extLst>
              <a:ext uri="{FF2B5EF4-FFF2-40B4-BE49-F238E27FC236}">
                <a16:creationId xmlns:a16="http://schemas.microsoft.com/office/drawing/2014/main" id="{A46B5584-2580-4036-8499-EFF23FD45DA6}"/>
              </a:ext>
            </a:extLst>
          </p:cNvPr>
          <p:cNvPicPr>
            <a:picLocks noChangeAspect="1"/>
          </p:cNvPicPr>
          <p:nvPr/>
        </p:nvPicPr>
        <p:blipFill>
          <a:blip r:embed="rId4"/>
          <a:stretch>
            <a:fillRect/>
          </a:stretch>
        </p:blipFill>
        <p:spPr>
          <a:xfrm>
            <a:off x="6898543" y="3772920"/>
            <a:ext cx="5219700" cy="828675"/>
          </a:xfrm>
          <a:prstGeom prst="rect">
            <a:avLst/>
          </a:prstGeom>
        </p:spPr>
      </p:pic>
    </p:spTree>
    <p:extLst>
      <p:ext uri="{BB962C8B-B14F-4D97-AF65-F5344CB8AC3E}">
        <p14:creationId xmlns:p14="http://schemas.microsoft.com/office/powerpoint/2010/main" val="709149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The End · Typographic design by Robin Mientjes">
            <a:extLst>
              <a:ext uri="{FF2B5EF4-FFF2-40B4-BE49-F238E27FC236}">
                <a16:creationId xmlns:a16="http://schemas.microsoft.com/office/drawing/2014/main" id="{B7CAF4A2-36AC-46D9-8EB0-C670A0CCBE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F971B1FC-61A2-4248-8DB6-20F54B4AC79C}"/>
              </a:ext>
            </a:extLst>
          </p:cNvPr>
          <p:cNvPicPr>
            <a:picLocks noChangeAspect="1"/>
          </p:cNvPicPr>
          <p:nvPr/>
        </p:nvPicPr>
        <p:blipFill rotWithShape="1">
          <a:blip r:embed="rId3">
            <a:extLst>
              <a:ext uri="{28A0092B-C50C-407E-A947-70E740481C1C}">
                <a14:useLocalDpi xmlns:a14="http://schemas.microsoft.com/office/drawing/2010/main" val="0"/>
              </a:ext>
            </a:extLst>
          </a:blip>
          <a:srcRect l="11481" t="24583" r="12592" b="24912"/>
          <a:stretch/>
        </p:blipFill>
        <p:spPr>
          <a:xfrm>
            <a:off x="3392365" y="878681"/>
            <a:ext cx="5407269" cy="4795838"/>
          </a:xfrm>
          <a:prstGeom prst="rect">
            <a:avLst/>
          </a:prstGeom>
        </p:spPr>
      </p:pic>
    </p:spTree>
    <p:extLst>
      <p:ext uri="{BB962C8B-B14F-4D97-AF65-F5344CB8AC3E}">
        <p14:creationId xmlns:p14="http://schemas.microsoft.com/office/powerpoint/2010/main" val="3032327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1861</TotalTime>
  <Words>110</Words>
  <Application>Microsoft Office PowerPoint</Application>
  <PresentationFormat>Widescreen</PresentationFormat>
  <Paragraphs>14</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1.When a user is asked “Do you want to eat?”, if the user answers “yes”, then you should ask the user “How much money?”. If the user has 50 manats or more than that, output  "You can eat“,  else output "Your money is not enough".  If answered “no”, output "Thank you!". </vt:lpstr>
      <vt:lpstr>2. Ask from a user the username and password and accept if they are correct.</vt:lpstr>
      <vt:lpstr>Problem-3: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dc:title>
  <dc:creator>Jahangir Ashirbayev</dc:creator>
  <cp:lastModifiedBy>User</cp:lastModifiedBy>
  <cp:revision>129</cp:revision>
  <dcterms:created xsi:type="dcterms:W3CDTF">2024-07-19T06:00:09Z</dcterms:created>
  <dcterms:modified xsi:type="dcterms:W3CDTF">2024-07-27T04:39:21Z</dcterms:modified>
</cp:coreProperties>
</file>