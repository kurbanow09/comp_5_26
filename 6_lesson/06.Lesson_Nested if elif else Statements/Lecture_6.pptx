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96" r:id="rId3"/>
    <p:sldId id="343" r:id="rId4"/>
    <p:sldId id="395" r:id="rId5"/>
    <p:sldId id="342" r:id="rId6"/>
    <p:sldId id="386" r:id="rId7"/>
    <p:sldId id="387" r:id="rId8"/>
    <p:sldId id="388" r:id="rId9"/>
    <p:sldId id="399" r:id="rId10"/>
    <p:sldId id="398" r:id="rId11"/>
    <p:sldId id="397" r:id="rId12"/>
    <p:sldId id="390" r:id="rId13"/>
    <p:sldId id="394" r:id="rId14"/>
    <p:sldId id="34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1897" autoAdjust="0"/>
  </p:normalViewPr>
  <p:slideViewPr>
    <p:cSldViewPr snapToGrid="0">
      <p:cViewPr varScale="1">
        <p:scale>
          <a:sx n="67" d="100"/>
          <a:sy n="67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7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34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77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29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2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00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08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16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elif else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1CEAB-2925-4150-87C1-FA34B4A8A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41" y="1247643"/>
            <a:ext cx="7579718" cy="505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else statements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2152357" y="2014881"/>
            <a:ext cx="76323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</a:p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# Code to execute if True</a:t>
            </a:r>
          </a:p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</a:t>
            </a:r>
          </a:p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# Code to execute if False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475BE-90D2-4C82-89E9-95CC0928C6BE}"/>
              </a:ext>
            </a:extLst>
          </p:cNvPr>
          <p:cNvSpPr/>
          <p:nvPr/>
        </p:nvSpPr>
        <p:spPr>
          <a:xfrm>
            <a:off x="2407333" y="1382150"/>
            <a:ext cx="7377333" cy="40936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8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statements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1443039" y="1539875"/>
            <a:ext cx="101727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Code to be executed if condition1 is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Code to be executed if condition2 is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rue  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Code to be executed if condition2 is False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Code to be executed if condition1 is False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475BE-90D2-4C82-89E9-95CC0928C6BE}"/>
              </a:ext>
            </a:extLst>
          </p:cNvPr>
          <p:cNvSpPr/>
          <p:nvPr/>
        </p:nvSpPr>
        <p:spPr>
          <a:xfrm>
            <a:off x="1100138" y="1325563"/>
            <a:ext cx="10515600" cy="4775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FAE97-C9D9-4EDE-8F94-E5A7B56D1706}"/>
              </a:ext>
            </a:extLst>
          </p:cNvPr>
          <p:cNvSpPr/>
          <p:nvPr/>
        </p:nvSpPr>
        <p:spPr>
          <a:xfrm>
            <a:off x="2328863" y="2600139"/>
            <a:ext cx="8420097" cy="20290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4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9715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elif else statements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1443039" y="1255712"/>
            <a:ext cx="101727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Code to be executed if condition1 is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Code to be executed if condition2 is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rue</a:t>
            </a:r>
          </a:p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 	</a:t>
            </a: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</a:t>
            </a:r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Code to be executed if condition2 is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k-TM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</a:t>
            </a: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Code to be executed if conditions are False</a:t>
            </a:r>
            <a:endParaRPr lang="en-US" sz="32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Code to be executed if condition1 is False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475BE-90D2-4C82-89E9-95CC0928C6BE}"/>
              </a:ext>
            </a:extLst>
          </p:cNvPr>
          <p:cNvSpPr/>
          <p:nvPr/>
        </p:nvSpPr>
        <p:spPr>
          <a:xfrm>
            <a:off x="1100138" y="1041400"/>
            <a:ext cx="10515600" cy="5316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FAE97-C9D9-4EDE-8F94-E5A7B56D1706}"/>
              </a:ext>
            </a:extLst>
          </p:cNvPr>
          <p:cNvSpPr/>
          <p:nvPr/>
        </p:nvSpPr>
        <p:spPr>
          <a:xfrm>
            <a:off x="2328863" y="2315975"/>
            <a:ext cx="8572500" cy="29561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5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else statements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711590" y="1325563"/>
            <a:ext cx="1084618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statement: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the first condition. If it's true, the code block under it is executed, and the rest of the conditions are ignored.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optional and can be used multiple times. Each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its condition only if the previous if and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conditions were false.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statement: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also optional. It's executed if none of the previous conditions were true.</a:t>
            </a:r>
          </a:p>
        </p:txBody>
      </p:sp>
    </p:spTree>
    <p:extLst>
      <p:ext uri="{BB962C8B-B14F-4D97-AF65-F5344CB8AC3E}">
        <p14:creationId xmlns:p14="http://schemas.microsoft.com/office/powerpoint/2010/main" val="3892660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elif else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D5B0E-7084-49BF-9E35-DF82A03A8A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900"/>
          <a:stretch/>
        </p:blipFill>
        <p:spPr>
          <a:xfrm>
            <a:off x="5943600" y="1657758"/>
            <a:ext cx="3737544" cy="4171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AEA1D5-CC3A-4BC2-A7DC-EB21AEF5C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882" y="1352125"/>
            <a:ext cx="3381718" cy="445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0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1"/>
            <a:ext cx="10515600" cy="83446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lang="tk-TM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0AB25-D250-4DBD-BD9E-1C4F24FC2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227" y="870847"/>
            <a:ext cx="7307545" cy="57561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E2503C-B838-4010-8CED-57AC1D649B9D}"/>
              </a:ext>
            </a:extLst>
          </p:cNvPr>
          <p:cNvSpPr/>
          <p:nvPr/>
        </p:nvSpPr>
        <p:spPr>
          <a:xfrm>
            <a:off x="2914650" y="4357688"/>
            <a:ext cx="6572250" cy="2157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9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87153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AutoShape 2" descr="LEGO® Technic Coaster | LEGOLAND California Resort">
            <a:extLst>
              <a:ext uri="{FF2B5EF4-FFF2-40B4-BE49-F238E27FC236}">
                <a16:creationId xmlns:a16="http://schemas.microsoft.com/office/drawing/2014/main" id="{FC0C721F-4DF6-4D87-9DD0-C3B1FCD2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9BACD-887E-4CE4-9726-EA0FBFC17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95" y="771524"/>
            <a:ext cx="8079794" cy="4084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B2E618-8032-4CD7-B9CD-49F8E15E3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831" y="5024640"/>
            <a:ext cx="5045464" cy="15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elif else statements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3DBBB-6128-4BE4-9A18-6A9F99AC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62" y="1252537"/>
            <a:ext cx="5656276" cy="52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9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87153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AutoShape 2" descr="LEGO® Technic Coaster | LEGOLAND California Resort">
            <a:extLst>
              <a:ext uri="{FF2B5EF4-FFF2-40B4-BE49-F238E27FC236}">
                <a16:creationId xmlns:a16="http://schemas.microsoft.com/office/drawing/2014/main" id="{FC0C721F-4DF6-4D87-9DD0-C3B1FCD2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7BD33-2038-401A-B583-D1507FF1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871537"/>
            <a:ext cx="5781675" cy="396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B0B23-14CD-4202-AD63-0BC4A9DD5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543" y="4833937"/>
            <a:ext cx="48196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7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87153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AutoShape 2" descr="LEGO® Technic Coaster | LEGOLAND California Resort">
            <a:extLst>
              <a:ext uri="{FF2B5EF4-FFF2-40B4-BE49-F238E27FC236}">
                <a16:creationId xmlns:a16="http://schemas.microsoft.com/office/drawing/2014/main" id="{FC0C721F-4DF6-4D87-9DD0-C3B1FCD2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A9D00-8EF1-4EB1-82D8-43909F36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233943"/>
            <a:ext cx="4020082" cy="42524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A16E97-0782-4881-A835-1AF4CA7B3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499" y="2700564"/>
            <a:ext cx="1580156" cy="13192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810EA5-6673-4E57-B2FA-E6818AF6D492}"/>
              </a:ext>
            </a:extLst>
          </p:cNvPr>
          <p:cNvSpPr/>
          <p:nvPr/>
        </p:nvSpPr>
        <p:spPr>
          <a:xfrm>
            <a:off x="2657475" y="2281465"/>
            <a:ext cx="4529137" cy="2157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1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87153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AutoShape 2" descr="LEGO® Technic Coaster | LEGOLAND California Resort">
            <a:extLst>
              <a:ext uri="{FF2B5EF4-FFF2-40B4-BE49-F238E27FC236}">
                <a16:creationId xmlns:a16="http://schemas.microsoft.com/office/drawing/2014/main" id="{FC0C721F-4DF6-4D87-9DD0-C3B1FCD2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10864-672E-4C71-99FA-F2B46B25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899" y="1233943"/>
            <a:ext cx="4099321" cy="4252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DF286A-47DE-42C6-8628-7571D023B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4" y="2812256"/>
            <a:ext cx="1610790" cy="12334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C3165C-1637-415A-8717-8405037BF04D}"/>
              </a:ext>
            </a:extLst>
          </p:cNvPr>
          <p:cNvSpPr/>
          <p:nvPr/>
        </p:nvSpPr>
        <p:spPr>
          <a:xfrm>
            <a:off x="2657475" y="2281465"/>
            <a:ext cx="4529137" cy="2157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87153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AutoShape 2" descr="LEGO® Technic Coaster | LEGOLAND California Resort">
            <a:extLst>
              <a:ext uri="{FF2B5EF4-FFF2-40B4-BE49-F238E27FC236}">
                <a16:creationId xmlns:a16="http://schemas.microsoft.com/office/drawing/2014/main" id="{FC0C721F-4DF6-4D87-9DD0-C3B1FCD21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547EE-5202-4248-9538-11A3BC4B1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141" y="1233943"/>
            <a:ext cx="3963567" cy="4252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0301FF-6861-4C54-999C-C4F00D4B7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030" y="3083832"/>
            <a:ext cx="1702829" cy="690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DD6FC4-0A1F-4F60-A56A-8A87CB64EF74}"/>
              </a:ext>
            </a:extLst>
          </p:cNvPr>
          <p:cNvSpPr/>
          <p:nvPr/>
        </p:nvSpPr>
        <p:spPr>
          <a:xfrm>
            <a:off x="2657475" y="2281465"/>
            <a:ext cx="4529137" cy="2157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4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757D4-8F5C-47EB-A02B-E089E9CF2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844" y="38100"/>
            <a:ext cx="6747512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59</Words>
  <Application>Microsoft Office PowerPoint</Application>
  <PresentationFormat>Widescreen</PresentationFormat>
  <Paragraphs>48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Nested if elif else statements</vt:lpstr>
      <vt:lpstr>if else statements</vt:lpstr>
      <vt:lpstr>Nested if else statements</vt:lpstr>
      <vt:lpstr>Nested if elif else statements</vt:lpstr>
      <vt:lpstr>if elif else statements</vt:lpstr>
      <vt:lpstr>Nested if elif else statements</vt:lpstr>
      <vt:lpstr>Flow Chart</vt:lpstr>
      <vt:lpstr>Example:</vt:lpstr>
      <vt:lpstr>Nested if elif else statements</vt:lpstr>
      <vt:lpstr>Example:</vt:lpstr>
      <vt:lpstr>Example:</vt:lpstr>
      <vt:lpstr>Example:</vt:lpstr>
      <vt:lpstr>Example: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147</cp:revision>
  <dcterms:created xsi:type="dcterms:W3CDTF">2024-07-19T06:00:09Z</dcterms:created>
  <dcterms:modified xsi:type="dcterms:W3CDTF">2024-10-12T12:14:02Z</dcterms:modified>
</cp:coreProperties>
</file>