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44" r:id="rId2"/>
    <p:sldId id="345" r:id="rId3"/>
    <p:sldId id="346" r:id="rId4"/>
    <p:sldId id="34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3554" autoAdjust="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8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0894989" cy="1702191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Ask from a user a number. And output its description string as: positive even number, positive odd number, negative even number, negative odd number and zero number.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02900" y="1888359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A0C4EE-85B8-45C0-8D6D-1DE8B069D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360131"/>
              </p:ext>
            </p:extLst>
          </p:nvPr>
        </p:nvGraphicFramePr>
        <p:xfrm>
          <a:off x="783366" y="2043105"/>
          <a:ext cx="5157889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7969">
                  <a:extLst>
                    <a:ext uri="{9D8B030D-6E8A-4147-A177-3AD203B41FA5}">
                      <a16:colId xmlns:a16="http://schemas.microsoft.com/office/drawing/2014/main" val="2359046562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3129675871"/>
                    </a:ext>
                  </a:extLst>
                </a:gridCol>
              </a:tblGrid>
              <a:tr h="514872">
                <a:tc>
                  <a:txBody>
                    <a:bodyPr/>
                    <a:lstStyle/>
                    <a:p>
                      <a:pPr algn="ctr"/>
                      <a:r>
                        <a:rPr lang="tk-TM" sz="2800" b="1" dirty="0">
                          <a:solidFill>
                            <a:srgbClr val="FF66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endParaRPr lang="en-US" sz="2800" b="1" dirty="0">
                        <a:solidFill>
                          <a:srgbClr val="FF66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66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67466"/>
                  </a:ext>
                </a:extLst>
              </a:tr>
              <a:tr h="517053">
                <a:tc>
                  <a:txBody>
                    <a:bodyPr/>
                    <a:lstStyle/>
                    <a:p>
                      <a:pPr algn="ctr"/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ositive, even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843787"/>
                  </a:ext>
                </a:extLst>
              </a:tr>
              <a:tr h="517053">
                <a:tc>
                  <a:txBody>
                    <a:bodyPr/>
                    <a:lstStyle/>
                    <a:p>
                      <a:pPr algn="ctr"/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177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positive, odd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075706"/>
                  </a:ext>
                </a:extLst>
              </a:tr>
              <a:tr h="51705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114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egative,</a:t>
                      </a:r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340088"/>
                  </a:ext>
                </a:extLst>
              </a:tr>
              <a:tr h="51705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egative,</a:t>
                      </a:r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352482"/>
                  </a:ext>
                </a:extLst>
              </a:tr>
              <a:tr h="51705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46654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3CDD714-FFEE-493E-8BD0-F97E27931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307" y="2495550"/>
            <a:ext cx="4497891" cy="104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211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-1"/>
            <a:ext cx="10894989" cy="1716259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Ask from a user a number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range 1 to 99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output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description string as: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 even number,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 odd number,</a:t>
            </a:r>
            <a:b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 even number,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 odd number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D7B4106-7A36-4CBD-8A38-7A2F159EF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191056"/>
              </p:ext>
            </p:extLst>
          </p:nvPr>
        </p:nvGraphicFramePr>
        <p:xfrm>
          <a:off x="783366" y="2043105"/>
          <a:ext cx="5157889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2886">
                  <a:extLst>
                    <a:ext uri="{9D8B030D-6E8A-4147-A177-3AD203B41FA5}">
                      <a16:colId xmlns:a16="http://schemas.microsoft.com/office/drawing/2014/main" val="2359046562"/>
                    </a:ext>
                  </a:extLst>
                </a:gridCol>
                <a:gridCol w="3395003">
                  <a:extLst>
                    <a:ext uri="{9D8B030D-6E8A-4147-A177-3AD203B41FA5}">
                      <a16:colId xmlns:a16="http://schemas.microsoft.com/office/drawing/2014/main" val="3129675871"/>
                    </a:ext>
                  </a:extLst>
                </a:gridCol>
              </a:tblGrid>
              <a:tr h="514872">
                <a:tc>
                  <a:txBody>
                    <a:bodyPr/>
                    <a:lstStyle/>
                    <a:p>
                      <a:pPr algn="ctr"/>
                      <a:r>
                        <a:rPr lang="tk-TM" sz="2800" b="1" dirty="0">
                          <a:solidFill>
                            <a:srgbClr val="FF66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endParaRPr lang="en-US" sz="2800" b="1" dirty="0">
                        <a:solidFill>
                          <a:srgbClr val="FF66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66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67466"/>
                  </a:ext>
                </a:extLst>
              </a:tr>
              <a:tr h="517053">
                <a:tc>
                  <a:txBody>
                    <a:bodyPr/>
                    <a:lstStyle/>
                    <a:p>
                      <a:pPr algn="ctr"/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digit even number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843787"/>
                  </a:ext>
                </a:extLst>
              </a:tr>
              <a:tr h="517053">
                <a:tc>
                  <a:txBody>
                    <a:bodyPr/>
                    <a:lstStyle/>
                    <a:p>
                      <a:pPr algn="ctr"/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digit </a:t>
                      </a:r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odd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075706"/>
                  </a:ext>
                </a:extLst>
              </a:tr>
              <a:tr h="517053">
                <a:tc>
                  <a:txBody>
                    <a:bodyPr/>
                    <a:lstStyle/>
                    <a:p>
                      <a:pPr algn="ctr"/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digit even number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340088"/>
                  </a:ext>
                </a:extLst>
              </a:tr>
              <a:tr h="517053">
                <a:tc>
                  <a:txBody>
                    <a:bodyPr/>
                    <a:lstStyle/>
                    <a:p>
                      <a:pPr algn="ctr"/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digit odd number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352482"/>
                  </a:ext>
                </a:extLst>
              </a:tr>
              <a:tr h="517053">
                <a:tc>
                  <a:txBody>
                    <a:bodyPr/>
                    <a:lstStyle/>
                    <a:p>
                      <a:pPr algn="ctr"/>
                      <a:r>
                        <a:rPr lang="tk-TM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&lt;1 or 99&lt;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didn't understand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430374"/>
                  </a:ext>
                </a:extLst>
              </a:tr>
            </a:tbl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E1D82936-5690-4936-BCEC-29B828EDE4DC}"/>
              </a:ext>
            </a:extLst>
          </p:cNvPr>
          <p:cNvSpPr txBox="1">
            <a:spLocks/>
          </p:cNvSpPr>
          <p:nvPr/>
        </p:nvSpPr>
        <p:spPr>
          <a:xfrm>
            <a:off x="6802900" y="1888359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50F429-F099-4A81-8EF0-6722403AE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307" y="2566442"/>
            <a:ext cx="4240669" cy="97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22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1D82936-5690-4936-BCEC-29B828EDE4DC}"/>
              </a:ext>
            </a:extLst>
          </p:cNvPr>
          <p:cNvSpPr txBox="1">
            <a:spLocks/>
          </p:cNvSpPr>
          <p:nvPr/>
        </p:nvSpPr>
        <p:spPr>
          <a:xfrm>
            <a:off x="8872615" y="535170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23344AB-6750-4096-9BF8-3A9A0CEA7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515600" cy="75594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Problem-3: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905B5A-8CDD-40CF-A142-B3E547D0E6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202"/>
          <a:stretch/>
        </p:blipFill>
        <p:spPr>
          <a:xfrm>
            <a:off x="753796" y="1215131"/>
            <a:ext cx="7527518" cy="14542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E7DF1B-0560-426B-8FB1-63681E92C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96" y="4284168"/>
            <a:ext cx="7527519" cy="145424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4C150FA-7EE2-41D7-A755-2C00E66C44CA}"/>
              </a:ext>
            </a:extLst>
          </p:cNvPr>
          <p:cNvSpPr txBox="1">
            <a:spLocks/>
          </p:cNvSpPr>
          <p:nvPr/>
        </p:nvSpPr>
        <p:spPr>
          <a:xfrm>
            <a:off x="683454" y="532696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k-TM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Kupe</a:t>
            </a:r>
            <a:endParaRPr lang="en-US" sz="3200" b="1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63E3B7E-6909-4BEF-8827-A24977B7C7E6}"/>
              </a:ext>
            </a:extLst>
          </p:cNvPr>
          <p:cNvSpPr txBox="1">
            <a:spLocks/>
          </p:cNvSpPr>
          <p:nvPr/>
        </p:nvSpPr>
        <p:spPr>
          <a:xfrm>
            <a:off x="683454" y="3549813"/>
            <a:ext cx="1778392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k-TM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Plaskart</a:t>
            </a:r>
            <a:endParaRPr lang="en-US" sz="3200" b="1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61F24B-4C3B-4BD1-93E6-AA6E76681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7083" y="1215131"/>
            <a:ext cx="2114550" cy="2105025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B0723FC7-D820-4622-BFEB-523F7A6AB097}"/>
              </a:ext>
            </a:extLst>
          </p:cNvPr>
          <p:cNvSpPr txBox="1">
            <a:spLocks/>
          </p:cNvSpPr>
          <p:nvPr/>
        </p:nvSpPr>
        <p:spPr>
          <a:xfrm>
            <a:off x="8872615" y="3710874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2E501A2-C961-4033-AA5C-31A474BD0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8505" y="4284168"/>
            <a:ext cx="2143125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490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The End · Typographic design by Robin Mientjes">
            <a:extLst>
              <a:ext uri="{FF2B5EF4-FFF2-40B4-BE49-F238E27FC236}">
                <a16:creationId xmlns:a16="http://schemas.microsoft.com/office/drawing/2014/main" id="{B7CAF4A2-36AC-46D9-8EB0-C670A0CCBE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71B1FC-61A2-4248-8DB6-20F54B4AC7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81" t="24583" r="12592" b="24912"/>
          <a:stretch/>
        </p:blipFill>
        <p:spPr>
          <a:xfrm>
            <a:off x="3392365" y="878681"/>
            <a:ext cx="5407269" cy="479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27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1985</TotalTime>
  <Words>136</Words>
  <Application>Microsoft Office PowerPoint</Application>
  <PresentationFormat>Widescreen</PresentationFormat>
  <Paragraphs>34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1. Ask from a user a number. And output its description string as: positive even number, positive odd number, negative even number, negative odd number and zero number. </vt:lpstr>
      <vt:lpstr>2. Ask from a user a number in the range 1 to 99. And output its description string as: 1 digit even number, 1 digit odd number, 2 digit even number, 2 digit odd number.</vt:lpstr>
      <vt:lpstr>Problem-3: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User</cp:lastModifiedBy>
  <cp:revision>132</cp:revision>
  <dcterms:created xsi:type="dcterms:W3CDTF">2024-07-19T06:00:09Z</dcterms:created>
  <dcterms:modified xsi:type="dcterms:W3CDTF">2024-07-27T05:32:47Z</dcterms:modified>
</cp:coreProperties>
</file>