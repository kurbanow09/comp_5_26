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6" r:id="rId2"/>
    <p:sldId id="318" r:id="rId3"/>
    <p:sldId id="32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3300"/>
    <a:srgbClr val="0099FF"/>
    <a:srgbClr val="3399FF"/>
    <a:srgbClr val="B40404"/>
    <a:srgbClr val="003366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76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0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370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07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958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827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917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540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33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83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008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975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141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96108-A747-4342-85D4-78B7613F4C0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073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088003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tk-TM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Berlen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k-TM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List-den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k-TM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40-80 aralygyndaky elementleriň mukdaryny hasaplamaly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tk-TM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tk-TM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[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70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21,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36,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25,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74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99]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C65789-1230-43F7-AC8A-CFFBD2336F13}"/>
              </a:ext>
            </a:extLst>
          </p:cNvPr>
          <p:cNvSpPr/>
          <p:nvPr/>
        </p:nvSpPr>
        <p:spPr>
          <a:xfrm>
            <a:off x="708784" y="2285414"/>
            <a:ext cx="13051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u="sng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9F76F4-70DD-44FA-9986-584E68753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549" y="2845077"/>
            <a:ext cx="3862587" cy="5232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29872B-7459-4C6E-9F19-0E767F31F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6609" y="3454699"/>
            <a:ext cx="2385391" cy="3400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437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088003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tk-TM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tk-TM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erlen List-den iň kiçi we iň uly elementi tapmaly? </a:t>
            </a:r>
            <a:r>
              <a:rPr lang="tk-TM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Funksiýalary ulanmaly däl.</a:t>
            </a:r>
          </a:p>
          <a:p>
            <a:pPr algn="just"/>
            <a:endParaRPr lang="tk-TM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[</a:t>
            </a:r>
            <a:r>
              <a:rPr lang="tk-TM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27, 9, </a:t>
            </a:r>
            <a:r>
              <a:rPr lang="tk-TM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88</a:t>
            </a:r>
            <a:r>
              <a:rPr lang="tk-TM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k-TM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tk-TM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54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D486C1-3706-4667-B60F-D2621B14F5CC}"/>
              </a:ext>
            </a:extLst>
          </p:cNvPr>
          <p:cNvSpPr/>
          <p:nvPr/>
        </p:nvSpPr>
        <p:spPr>
          <a:xfrm>
            <a:off x="596347" y="2488737"/>
            <a:ext cx="14253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u="sng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tk-TM" sz="2800" b="1" u="sng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 b="1" u="sng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664042-DA81-4232-9CB0-CE51F7898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6609" y="3454699"/>
            <a:ext cx="2385391" cy="340045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3EFDCD-B85E-4750-A761-DCD82AD1CBE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93"/>
          <a:stretch/>
        </p:blipFill>
        <p:spPr>
          <a:xfrm>
            <a:off x="596347" y="3191080"/>
            <a:ext cx="4121427" cy="922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767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088003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tk-TM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Berlen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k-TM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List-iň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</a:t>
            </a:r>
            <a:r>
              <a:rPr lang="tk-TM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ňzeş elementlerini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k-TM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List-den aýyrmaly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tk-TM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tk-TM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tk-TM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[10, 20, 30, 20, 10, 50, 60]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A7F029-64D7-428B-86C2-78CAEA717884}"/>
              </a:ext>
            </a:extLst>
          </p:cNvPr>
          <p:cNvSpPr/>
          <p:nvPr/>
        </p:nvSpPr>
        <p:spPr>
          <a:xfrm>
            <a:off x="819885" y="2342987"/>
            <a:ext cx="13051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u="sng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F0A6BB-9647-4F9B-B3E6-8FFA019E1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885" y="2890630"/>
            <a:ext cx="4333879" cy="5383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37A2AD-574A-4ACF-A44D-690406E75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6609" y="3454699"/>
            <a:ext cx="2385391" cy="3400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06927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3936</TotalTime>
  <Words>90</Words>
  <Application>Microsoft Office PowerPoint</Application>
  <PresentationFormat>Широкоэкранный</PresentationFormat>
  <Paragraphs>12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Programming (Programmirlemäge giriş)</dc:title>
  <dc:creator>HYweOU</dc:creator>
  <cp:lastModifiedBy>User</cp:lastModifiedBy>
  <cp:revision>242</cp:revision>
  <dcterms:created xsi:type="dcterms:W3CDTF">2020-08-31T23:04:32Z</dcterms:created>
  <dcterms:modified xsi:type="dcterms:W3CDTF">2026-07-07T16:02:27Z</dcterms:modified>
</cp:coreProperties>
</file>