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408" r:id="rId3"/>
    <p:sldId id="405" r:id="rId4"/>
    <p:sldId id="437" r:id="rId5"/>
    <p:sldId id="439" r:id="rId6"/>
    <p:sldId id="464" r:id="rId7"/>
    <p:sldId id="438" r:id="rId8"/>
    <p:sldId id="410" r:id="rId9"/>
    <p:sldId id="465" r:id="rId10"/>
    <p:sldId id="467" r:id="rId11"/>
    <p:sldId id="468" r:id="rId12"/>
    <p:sldId id="469" r:id="rId13"/>
    <p:sldId id="470" r:id="rId14"/>
    <p:sldId id="471" r:id="rId15"/>
    <p:sldId id="472" r:id="rId16"/>
    <p:sldId id="443" r:id="rId17"/>
    <p:sldId id="473" r:id="rId18"/>
    <p:sldId id="445" r:id="rId19"/>
    <p:sldId id="474" r:id="rId20"/>
    <p:sldId id="475" r:id="rId21"/>
    <p:sldId id="476" r:id="rId22"/>
    <p:sldId id="477" r:id="rId23"/>
    <p:sldId id="478" r:id="rId24"/>
    <p:sldId id="479" r:id="rId25"/>
    <p:sldId id="480" r:id="rId26"/>
    <p:sldId id="481" r:id="rId27"/>
    <p:sldId id="482" r:id="rId28"/>
    <p:sldId id="483" r:id="rId29"/>
    <p:sldId id="484" r:id="rId30"/>
    <p:sldId id="485" r:id="rId31"/>
    <p:sldId id="486" r:id="rId32"/>
    <p:sldId id="487" r:id="rId33"/>
    <p:sldId id="488" r:id="rId34"/>
    <p:sldId id="489" r:id="rId35"/>
    <p:sldId id="490" r:id="rId36"/>
    <p:sldId id="496" r:id="rId37"/>
    <p:sldId id="497" r:id="rId38"/>
    <p:sldId id="4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1897" autoAdjust="0"/>
  </p:normalViewPr>
  <p:slideViewPr>
    <p:cSldViewPr snapToGrid="0">
      <p:cViewPr varScale="1">
        <p:scale>
          <a:sx n="68" d="100"/>
          <a:sy n="68" d="100"/>
        </p:scale>
        <p:origin x="8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79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27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30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97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28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36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96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67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69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7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0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1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30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79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45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97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147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67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25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72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402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188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592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387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826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579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846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359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803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568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471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953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41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224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471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777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23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997" y="1247803"/>
            <a:ext cx="7062006" cy="479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5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5F6E1CE-6B2E-476F-96E5-9543C9839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945211"/>
              </p:ext>
            </p:extLst>
          </p:nvPr>
        </p:nvGraphicFramePr>
        <p:xfrm>
          <a:off x="604911" y="1533378"/>
          <a:ext cx="10888394" cy="44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221">
                  <a:extLst>
                    <a:ext uri="{9D8B030D-6E8A-4147-A177-3AD203B41FA5}">
                      <a16:colId xmlns:a16="http://schemas.microsoft.com/office/drawing/2014/main" val="3966248109"/>
                    </a:ext>
                  </a:extLst>
                </a:gridCol>
                <a:gridCol w="7631173">
                  <a:extLst>
                    <a:ext uri="{9D8B030D-6E8A-4147-A177-3AD203B41FA5}">
                      <a16:colId xmlns:a16="http://schemas.microsoft.com/office/drawing/2014/main" val="1453455411"/>
                    </a:ext>
                  </a:extLst>
                </a:gridCol>
              </a:tblGrid>
              <a:tr h="72470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294385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  5,  94,  -30,  -24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25152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0.5,  1.25,  3.14,  -4.5,  -2.7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14437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“hello”,  “4 cats”,  “a”,  “aa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”, “7”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38980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tk-TM" sz="3600" b="1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tk-TM" sz="3600" b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True, False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[“Rejep”, “Meret”,  “Oraz”, “Gurban”]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04912" y="5247249"/>
            <a:ext cx="10860258" cy="618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03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List?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023668" cy="3843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Lists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one of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built-in data types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 used to store collections of data, the other 3 are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 with different qualities and usage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19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List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are created using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 brackets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8" y="4264123"/>
            <a:ext cx="8858798" cy="589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2534802"/>
            <a:ext cx="9360242" cy="92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4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List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list can contain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 types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7" y="2560134"/>
            <a:ext cx="7294188" cy="9005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85" y="4264123"/>
            <a:ext cx="7839347" cy="58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8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List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allow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values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81" y="4320391"/>
            <a:ext cx="8376804" cy="5329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0" y="2555253"/>
            <a:ext cx="9023257" cy="88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1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how many items a list has, use the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87" y="4139857"/>
            <a:ext cx="555674" cy="8682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88" y="2570609"/>
            <a:ext cx="9349902" cy="88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7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List Items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1803232" y="2117849"/>
            <a:ext cx="1978141" cy="2974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</a:p>
          <a:p>
            <a:pPr>
              <a:lnSpc>
                <a:spcPct val="150000"/>
              </a:lnSpc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2"/>
          <a:stretch/>
        </p:blipFill>
        <p:spPr>
          <a:xfrm>
            <a:off x="3334043" y="1902340"/>
            <a:ext cx="5880295" cy="3646854"/>
          </a:xfrm>
          <a:prstGeom prst="rect">
            <a:avLst/>
          </a:prstGeom>
        </p:spPr>
      </p:pic>
      <p:sp>
        <p:nvSpPr>
          <p:cNvPr id="5" name="Стрелка вправо 5"/>
          <p:cNvSpPr/>
          <p:nvPr/>
        </p:nvSpPr>
        <p:spPr>
          <a:xfrm>
            <a:off x="4028975" y="1526358"/>
            <a:ext cx="4490430" cy="39069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право 5"/>
          <p:cNvSpPr/>
          <p:nvPr/>
        </p:nvSpPr>
        <p:spPr>
          <a:xfrm rot="10800000">
            <a:off x="3943179" y="5534481"/>
            <a:ext cx="4662022" cy="39069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64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the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list: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87" y="4260772"/>
            <a:ext cx="1525173" cy="6264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87" y="2547613"/>
            <a:ext cx="9139848" cy="89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9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item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list: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87" y="2539734"/>
            <a:ext cx="9108244" cy="9078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87" y="4260772"/>
            <a:ext cx="1525174" cy="5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0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position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position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(not included)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87" y="2551840"/>
            <a:ext cx="9108244" cy="8859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8" y="4224797"/>
            <a:ext cx="4950153" cy="51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2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position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 included)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6" y="2542911"/>
            <a:ext cx="9156188" cy="9375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5" y="4239201"/>
            <a:ext cx="4823547" cy="5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37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position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all the way to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6" y="4239202"/>
            <a:ext cx="4823546" cy="51158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7" y="2538108"/>
            <a:ext cx="9156187" cy="91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8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change the value of a specific item, refer to the index number: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5" y="4702496"/>
            <a:ext cx="7679679" cy="4843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5" y="2538108"/>
            <a:ext cx="9182949" cy="134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0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change the value of a specific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 to the index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4" y="2555800"/>
            <a:ext cx="9156189" cy="1364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5" y="4702496"/>
            <a:ext cx="7679680" cy="45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8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an item to the end of the list, use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append()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8" y="2475728"/>
            <a:ext cx="10139402" cy="14784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4" y="4702496"/>
            <a:ext cx="9167049" cy="45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insert a list item at a specified index, use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4" y="2475728"/>
            <a:ext cx="10182290" cy="14784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4" y="4702497"/>
            <a:ext cx="9167049" cy="43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6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1072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append elements from another list to the current list, use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4" y="2377251"/>
            <a:ext cx="10253712" cy="25886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4" y="5246443"/>
            <a:ext cx="103536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List Items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b="49594"/>
          <a:stretch/>
        </p:blipFill>
        <p:spPr>
          <a:xfrm>
            <a:off x="592514" y="4993223"/>
            <a:ext cx="10353675" cy="4369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4" y="1575392"/>
            <a:ext cx="10253712" cy="254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8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the specified item.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4" y="4680099"/>
            <a:ext cx="6033369" cy="4986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4" y="2475728"/>
            <a:ext cx="10182290" cy="150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8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removes the specified index.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4" y="4680099"/>
            <a:ext cx="6033369" cy="4986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4" y="2443808"/>
            <a:ext cx="10182290" cy="151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1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do not specify the index,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removes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item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4" y="2443807"/>
            <a:ext cx="10182290" cy="15117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4" y="4701564"/>
            <a:ext cx="6142178" cy="47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0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keyword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removes the specified index: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4" y="4680099"/>
            <a:ext cx="6033369" cy="4986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3" y="2429520"/>
            <a:ext cx="10182291" cy="154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1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keyword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removes the specified index: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2" y="2475728"/>
            <a:ext cx="10182291" cy="15134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1" y="4700811"/>
            <a:ext cx="4570332" cy="48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5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List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keyword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removes the specified index: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0" y="2475727"/>
            <a:ext cx="10182293" cy="14673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3" y="4700811"/>
            <a:ext cx="7321063" cy="46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9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the List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empties the list. The list still remains, but it has no content.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9" y="2461659"/>
            <a:ext cx="10182293" cy="1516276"/>
          </a:xfrm>
          <a:prstGeom prst="rect">
            <a:avLst/>
          </a:prstGeom>
        </p:spPr>
      </p:pic>
      <p:pic>
        <p:nvPicPr>
          <p:cNvPr id="10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9" y="4675756"/>
            <a:ext cx="654587" cy="98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1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List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objects have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sort()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that will sort the list alphanumerically,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ascending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by default: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8" y="2461660"/>
            <a:ext cx="10182293" cy="153234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8" y="4701563"/>
            <a:ext cx="7749634" cy="45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List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descending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the keyword argument reverse = True: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8" y="2461659"/>
            <a:ext cx="10204510" cy="15323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8" y="4715646"/>
            <a:ext cx="7749634" cy="47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7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List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8" y="1392516"/>
            <a:ext cx="4917388" cy="15182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90" y="2407062"/>
            <a:ext cx="4240670" cy="50372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08" y="4143144"/>
            <a:ext cx="4917388" cy="15785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90" y="5160354"/>
            <a:ext cx="4240670" cy="51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9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Order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reverses the current sorting order of the elements.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7" y="2757089"/>
            <a:ext cx="10195695" cy="15182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6" y="4997005"/>
            <a:ext cx="7749636" cy="4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2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List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ways to make a copy, one way is to use the built-in List method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copy()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7" y="2475729"/>
            <a:ext cx="10195695" cy="15182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5" y="2461660"/>
            <a:ext cx="10218672" cy="20526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05" y="5093092"/>
            <a:ext cx="7749638" cy="94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index()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returns the position at the first occurrence of the specified value.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6" y="2757089"/>
            <a:ext cx="10195696" cy="10128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6" y="4996262"/>
            <a:ext cx="1971132" cy="49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count()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returns the number of elements with the specified value.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6" y="2734236"/>
            <a:ext cx="10368822" cy="10357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6" y="4996262"/>
            <a:ext cx="2059580" cy="49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7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max, min, sum functions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626" y="2331103"/>
            <a:ext cx="1006169" cy="23956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08" y="1723014"/>
            <a:ext cx="5448786" cy="289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with for Loop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27" y="1435637"/>
            <a:ext cx="7262000" cy="35527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940" y="1548179"/>
            <a:ext cx="957310" cy="412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6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a List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all items in the list, one by one: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9" y="2236571"/>
            <a:ext cx="10204510" cy="20542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351" y="3674243"/>
            <a:ext cx="1580077" cy="24529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790" y="5036202"/>
            <a:ext cx="2219023" cy="13957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982827" y="560977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tk-TM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981" y="3111854"/>
            <a:ext cx="2219023" cy="139571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882018" y="371647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17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the Index Numbers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all items by referring to their index number: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790" y="5036202"/>
            <a:ext cx="2219023" cy="13957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982827" y="560977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tk-TM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10" y="2299737"/>
            <a:ext cx="10204510" cy="20209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10" y="2283612"/>
            <a:ext cx="10204510" cy="20370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351" y="4175875"/>
            <a:ext cx="1580077" cy="245298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981" y="3111854"/>
            <a:ext cx="2219023" cy="1395711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882018" y="371647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3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659988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user until write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phone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must consist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numbers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8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digits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62,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63,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64,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65,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71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4" y="1783912"/>
            <a:ext cx="11557228" cy="25039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386" y="3688372"/>
            <a:ext cx="4102052" cy="283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28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20040</TotalTime>
  <Words>635</Words>
  <Application>Microsoft Office PowerPoint</Application>
  <PresentationFormat>Widescreen</PresentationFormat>
  <Paragraphs>125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Office Theme</vt:lpstr>
      <vt:lpstr>List</vt:lpstr>
      <vt:lpstr>Data Types</vt:lpstr>
      <vt:lpstr>What is the List?</vt:lpstr>
      <vt:lpstr>Create a List</vt:lpstr>
      <vt:lpstr>Create a List</vt:lpstr>
      <vt:lpstr>Create a List</vt:lpstr>
      <vt:lpstr>List Length</vt:lpstr>
      <vt:lpstr>Access List Items</vt:lpstr>
      <vt:lpstr>Access List Items</vt:lpstr>
      <vt:lpstr>Access List Items</vt:lpstr>
      <vt:lpstr>Access List Items</vt:lpstr>
      <vt:lpstr>Access List Items</vt:lpstr>
      <vt:lpstr>Access List Items</vt:lpstr>
      <vt:lpstr>Change List Items</vt:lpstr>
      <vt:lpstr>Change List Items</vt:lpstr>
      <vt:lpstr>Add List Items</vt:lpstr>
      <vt:lpstr>Add List Items</vt:lpstr>
      <vt:lpstr>Add List Items</vt:lpstr>
      <vt:lpstr>Add List Items</vt:lpstr>
      <vt:lpstr>Remove List Items</vt:lpstr>
      <vt:lpstr>Remove List Items</vt:lpstr>
      <vt:lpstr>Remove List Items</vt:lpstr>
      <vt:lpstr>Remove List Items</vt:lpstr>
      <vt:lpstr>Remove List Items</vt:lpstr>
      <vt:lpstr>Remove List Items</vt:lpstr>
      <vt:lpstr>Clear the List</vt:lpstr>
      <vt:lpstr>Sort List</vt:lpstr>
      <vt:lpstr>Sort List</vt:lpstr>
      <vt:lpstr>Sort List</vt:lpstr>
      <vt:lpstr>Reverse Order</vt:lpstr>
      <vt:lpstr>Copy List</vt:lpstr>
      <vt:lpstr>List index() Method</vt:lpstr>
      <vt:lpstr>List count() Method</vt:lpstr>
      <vt:lpstr>max, min, sum functions</vt:lpstr>
      <vt:lpstr>List with for Loop</vt:lpstr>
      <vt:lpstr>Loop Through a List</vt:lpstr>
      <vt:lpstr>Loop Through the Index Numbers</vt:lpstr>
      <vt:lpstr>Example: Get a phone number from the user until write the correct phone number. The phone number must consist of only numbers, be length : 8, and be first 2 digits:  61, 62, 63, 64, 65, 71.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223</cp:revision>
  <dcterms:created xsi:type="dcterms:W3CDTF">2024-07-19T06:00:09Z</dcterms:created>
  <dcterms:modified xsi:type="dcterms:W3CDTF">2025-11-20T10:16:56Z</dcterms:modified>
</cp:coreProperties>
</file>