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9" r:id="rId2"/>
    <p:sldId id="331" r:id="rId3"/>
    <p:sldId id="332" r:id="rId4"/>
    <p:sldId id="3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99FF"/>
    <a:srgbClr val="3399FF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örnüşli maglumat almaly we onuň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äçe sözden durýandygyny hasaplamaly.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AE16-4276-4669-AD0F-55B6D4D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943" y="3657600"/>
            <a:ext cx="2243058" cy="31975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540FB-52C4-4356-BB82-F1ADF7775F15}"/>
              </a:ext>
            </a:extLst>
          </p:cNvPr>
          <p:cNvSpPr/>
          <p:nvPr/>
        </p:nvSpPr>
        <p:spPr>
          <a:xfrm>
            <a:off x="596347" y="1443725"/>
            <a:ext cx="16432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2800" b="1" u="sng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9A3BDC-B19D-438F-A7FE-69306635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12" y="2124739"/>
            <a:ext cx="8756814" cy="8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3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örnüşli maglumat almaly we onuň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sözüniň näçe harpdan durýandygyny hasaplamaly.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540FB-52C4-4356-BB82-F1ADF7775F15}"/>
              </a:ext>
            </a:extLst>
          </p:cNvPr>
          <p:cNvSpPr/>
          <p:nvPr/>
        </p:nvSpPr>
        <p:spPr>
          <a:xfrm>
            <a:off x="503582" y="1443725"/>
            <a:ext cx="16432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2800" b="1" u="sng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58C86-3EB4-4EAA-9A90-2FAF32994E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68" b="1"/>
          <a:stretch/>
        </p:blipFill>
        <p:spPr>
          <a:xfrm>
            <a:off x="596347" y="2123662"/>
            <a:ext cx="8004314" cy="2401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DD895C-15D1-4FAE-A3D7-7DB269D01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943" y="3657600"/>
            <a:ext cx="2243058" cy="31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5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örnüşli maglumat almaly we içinde “o” harpy bar bolan sözleri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print etmeli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540FB-52C4-4356-BB82-F1ADF7775F15}"/>
              </a:ext>
            </a:extLst>
          </p:cNvPr>
          <p:cNvSpPr/>
          <p:nvPr/>
        </p:nvSpPr>
        <p:spPr>
          <a:xfrm>
            <a:off x="596347" y="1443725"/>
            <a:ext cx="16432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2800" b="1" u="sng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DC7DB1-003A-4A5C-8836-D716B3DFF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2" y="2080383"/>
            <a:ext cx="8508896" cy="2167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FB564-B7E7-4501-A0B2-775EA4EF9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943" y="3657600"/>
            <a:ext cx="2243058" cy="31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örnüşli maglumat almaly we içinde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hem-de “e”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harpy bar bolan sözleriň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mukdaryny hasaplamaly.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540FB-52C4-4356-BB82-F1ADF7775F15}"/>
              </a:ext>
            </a:extLst>
          </p:cNvPr>
          <p:cNvSpPr/>
          <p:nvPr/>
        </p:nvSpPr>
        <p:spPr>
          <a:xfrm>
            <a:off x="596347" y="1653276"/>
            <a:ext cx="16432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2800" b="1" u="sng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69A9B-D141-4E81-BB07-BF50D690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64" y="2283299"/>
            <a:ext cx="8240976" cy="782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27D97-83E2-463C-8BBD-CBA290FE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943" y="3657600"/>
            <a:ext cx="2243058" cy="31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509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4184</TotalTime>
  <Words>87</Words>
  <Application>Microsoft Office PowerPoint</Application>
  <PresentationFormat>Широкоэкранный</PresentationFormat>
  <Paragraphs>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User</cp:lastModifiedBy>
  <cp:revision>251</cp:revision>
  <dcterms:created xsi:type="dcterms:W3CDTF">2020-08-31T23:04:32Z</dcterms:created>
  <dcterms:modified xsi:type="dcterms:W3CDTF">2026-07-07T16:21:55Z</dcterms:modified>
</cp:coreProperties>
</file>