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9" r:id="rId4"/>
    <p:sldId id="258" r:id="rId5"/>
    <p:sldId id="263" r:id="rId6"/>
    <p:sldId id="265" r:id="rId7"/>
    <p:sldId id="257" r:id="rId8"/>
    <p:sldId id="268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text.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95" y="1217010"/>
            <a:ext cx="6909395" cy="174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text.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37" y="1036900"/>
            <a:ext cx="5343832" cy="537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3.Write the code for the following text.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57" y="1325563"/>
            <a:ext cx="8196298" cy="15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1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text.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37" y="1140691"/>
            <a:ext cx="6122754" cy="323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0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text.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EADF55-E68E-4222-ABFE-68906D53A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23" y="1089865"/>
            <a:ext cx="2417331" cy="328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4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text.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C931B-7705-4A10-98F2-B0228FA4A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37" y="1200872"/>
            <a:ext cx="5294689" cy="323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text.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B7F574-C797-4598-83BE-3BBE69638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151" y="1051119"/>
            <a:ext cx="5781355" cy="331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2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text.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93" y="1078923"/>
            <a:ext cx="5133962" cy="329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8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text.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57" y="1023410"/>
            <a:ext cx="5718175" cy="227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28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text.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29" y="1120487"/>
            <a:ext cx="5012785" cy="285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05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80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1.Write the code for the following text.</vt:lpstr>
      <vt:lpstr>2.Write the code for the following text.</vt:lpstr>
      <vt:lpstr>3.Write the code for the following text.</vt:lpstr>
      <vt:lpstr>4.Write the code for the following text.</vt:lpstr>
      <vt:lpstr>5.Write the code for the following text.</vt:lpstr>
      <vt:lpstr>6.Write the code for the following text.</vt:lpstr>
      <vt:lpstr>7.Write the code for the following text.</vt:lpstr>
      <vt:lpstr>8.Write the code for the following text.</vt:lpstr>
      <vt:lpstr>9.Write the code for the following text.</vt:lpstr>
      <vt:lpstr>10.Write the code for the following text.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105</cp:revision>
  <dcterms:created xsi:type="dcterms:W3CDTF">2024-07-19T06:00:09Z</dcterms:created>
  <dcterms:modified xsi:type="dcterms:W3CDTF">2025-08-23T15:06:56Z</dcterms:modified>
</cp:coreProperties>
</file>