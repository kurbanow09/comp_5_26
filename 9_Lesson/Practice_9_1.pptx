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1" autoAdjust="0"/>
    <p:restoredTop sz="93554" autoAdjust="0"/>
  </p:normalViewPr>
  <p:slideViewPr>
    <p:cSldViewPr snapToGrid="0">
      <p:cViewPr varScale="1">
        <p:scale>
          <a:sx n="69" d="100"/>
          <a:sy n="69" d="100"/>
        </p:scale>
        <p:origin x="9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Write the code for the following application.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100668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22" y="1734725"/>
            <a:ext cx="47720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487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Write the code for the following application.</a:t>
            </a:r>
          </a:p>
        </p:txBody>
      </p:sp>
      <p:pic>
        <p:nvPicPr>
          <p:cNvPr id="7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83" y="1665453"/>
            <a:ext cx="4680031" cy="29094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100668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10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Write the code for the following application.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29" y="1648676"/>
            <a:ext cx="4391290" cy="47705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100668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252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2085</TotalTime>
  <Words>33</Words>
  <Application>Microsoft Office PowerPoint</Application>
  <PresentationFormat>Широкоэкранный</PresentationFormat>
  <Paragraphs>6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User</cp:lastModifiedBy>
  <cp:revision>151</cp:revision>
  <dcterms:created xsi:type="dcterms:W3CDTF">2024-07-19T06:00:09Z</dcterms:created>
  <dcterms:modified xsi:type="dcterms:W3CDTF">2026-06-27T14:09:23Z</dcterms:modified>
</cp:coreProperties>
</file>