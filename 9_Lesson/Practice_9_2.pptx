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7" r:id="rId2"/>
    <p:sldId id="273" r:id="rId3"/>
    <p:sldId id="274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3554" autoAdjust="0"/>
  </p:normalViewPr>
  <p:slideViewPr>
    <p:cSldViewPr snapToGrid="0">
      <p:cViewPr varScale="1">
        <p:scale>
          <a:sx n="106" d="100"/>
          <a:sy n="106" d="100"/>
        </p:scale>
        <p:origin x="7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9167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Calculate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squares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inputted numbers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inputs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14737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28" y="1732144"/>
            <a:ext cx="4841607" cy="42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09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9167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Calculate 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inputted numbers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inputs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14737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28" y="1732145"/>
            <a:ext cx="39052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9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6" y="230113"/>
            <a:ext cx="112492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Calculate 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inputted numbers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inputs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6" y="1412017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86" y="1996792"/>
            <a:ext cx="4378838" cy="38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5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teacher wants to know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of students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group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Get and calculate inputted exam scores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teacher inputs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76933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4" y="2354109"/>
            <a:ext cx="3962400" cy="391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9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teacher wants to know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 of students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exam. Get and calculate inputted exam scores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teacher inputs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695134" y="176933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19" y="2354109"/>
            <a:ext cx="4059385" cy="39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1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2085</TotalTime>
  <Words>121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150</cp:revision>
  <dcterms:created xsi:type="dcterms:W3CDTF">2024-07-19T06:00:09Z</dcterms:created>
  <dcterms:modified xsi:type="dcterms:W3CDTF">2026-04-03T13:10:36Z</dcterms:modified>
</cp:coreProperties>
</file>