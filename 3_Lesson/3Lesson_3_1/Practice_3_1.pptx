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63069" cy="132556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side a of a square, find the perimeter P of the square: P = 4·a.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147427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E0816-FCEA-42B2-8AD3-16DFDA2F13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293"/>
          <a:stretch/>
        </p:blipFill>
        <p:spPr>
          <a:xfrm>
            <a:off x="7231351" y="2208629"/>
            <a:ext cx="2756709" cy="2797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68ECEC-D84E-4C7B-9C50-AB538DFB7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12" y="2208629"/>
            <a:ext cx="3870244" cy="99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454" y="0"/>
                <a:ext cx="11063069" cy="13255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side a of a square, find the area S of the square: S=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454" y="0"/>
                <a:ext cx="11063069" cy="1325563"/>
              </a:xfrm>
              <a:blipFill>
                <a:blip r:embed="rId2"/>
                <a:stretch>
                  <a:fillRect l="-1377" r="-1433" b="-13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147427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E0816-FCEA-42B2-8AD3-16DFDA2F13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293"/>
          <a:stretch/>
        </p:blipFill>
        <p:spPr>
          <a:xfrm>
            <a:off x="7175080" y="2030441"/>
            <a:ext cx="2756709" cy="2797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06BD9-9937-4F9B-A0D5-6D91A0203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54" y="2357340"/>
            <a:ext cx="4063777" cy="10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85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63069" cy="131618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sides a and b of a rectangle are given. Find the area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a·b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perimeter P = 2·(a + b) of the rectangle.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2008847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F3AB2F-7377-4D2A-A41A-9A6B93CD65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11" t="14182" r="15229"/>
          <a:stretch/>
        </p:blipFill>
        <p:spPr>
          <a:xfrm>
            <a:off x="6383800" y="2801377"/>
            <a:ext cx="4610405" cy="29008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1E4555-1639-4219-868F-E064DBE60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54" y="2801377"/>
            <a:ext cx="4073962" cy="203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3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63069" cy="132556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diameter d of a circle, find the length L of the circle: L = π·d. Use 3.14 for a value of π.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147427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3BA667-C776-4D7A-ACD0-F6DCD712E8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95" t="15845" r="9420" b="13816"/>
          <a:stretch/>
        </p:blipFill>
        <p:spPr>
          <a:xfrm>
            <a:off x="6521927" y="2057892"/>
            <a:ext cx="3557270" cy="3004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175A46-326E-45AD-BDFF-0306C01B0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70" y="2208629"/>
            <a:ext cx="3557269" cy="100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8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454" y="0"/>
                <a:ext cx="11063069" cy="13255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</a:t>
                </a:r>
                <a: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edge a of a cube, find the volume V=</a:t>
                </a:r>
                <a:r>
                  <a:rPr lang="en-US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surface area S=6·</a:t>
                </a:r>
                <a:r>
                  <a:rPr lang="en-US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cube.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454" y="0"/>
                <a:ext cx="11063069" cy="1325563"/>
              </a:xfrm>
              <a:blipFill>
                <a:blip r:embed="rId2"/>
                <a:stretch>
                  <a:fillRect l="-1377" r="-1433" b="-9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147427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1026" name="Picture 2" descr="How to find the length of an edge of a cube - Intermediate Geometry">
            <a:extLst>
              <a:ext uri="{FF2B5EF4-FFF2-40B4-BE49-F238E27FC236}">
                <a16:creationId xmlns:a16="http://schemas.microsoft.com/office/drawing/2014/main" id="{E396511A-FDDF-4648-8131-EEA65D35C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227" y="1861877"/>
            <a:ext cx="3311038" cy="320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1A457D-7994-41AC-963B-13D96670E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06" y="2357340"/>
            <a:ext cx="4058311" cy="155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0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454" y="0"/>
                <a:ext cx="11063069" cy="174439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</a:t>
                </a:r>
                <a: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legs a and b of a right triangle are given. Find the hypotenuse c and the perimeter P of the triangle: </a:t>
                </a:r>
                <a:r>
                  <a:rPr lang="en-US" sz="32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c=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2+</m:t>
                            </m:r>
                          </m:sup>
                        </m:sSup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P=</a:t>
                </a:r>
                <a:r>
                  <a:rPr lang="tk-TM" sz="3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a+b+c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454" y="0"/>
                <a:ext cx="11063069" cy="1744394"/>
              </a:xfrm>
              <a:blipFill>
                <a:blip r:embed="rId2"/>
                <a:stretch>
                  <a:fillRect l="-1377" r="-1433" b="-3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2008847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5C0CC9-B9F8-4105-AEDD-D00AD73EA8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49" t="5100" r="8626" b="10264"/>
          <a:stretch/>
        </p:blipFill>
        <p:spPr>
          <a:xfrm>
            <a:off x="6214988" y="2267487"/>
            <a:ext cx="4377984" cy="2867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8E5363-4BE5-4319-8109-256579B81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54" y="2801376"/>
            <a:ext cx="3860411" cy="195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9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454" y="0"/>
                <a:ext cx="11063069" cy="174439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</a:t>
                </a:r>
                <a: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radius R of a circle, find the length L of the circumference and the area S of the circle:  </a:t>
                </a:r>
                <a: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2·π·R, </a:t>
                </a:r>
                <a:r>
                  <a:rPr lang="en-US" sz="32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 = π·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Use 3.14 for a value of π.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454" y="0"/>
                <a:ext cx="11063069" cy="1744394"/>
              </a:xfrm>
              <a:blipFill>
                <a:blip r:embed="rId2"/>
                <a:stretch>
                  <a:fillRect l="-1377" r="-1433" b="-17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2008847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7D4962-CADB-4C8B-B9C3-968C1DC211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95" t="15845" r="9420" b="13816"/>
          <a:stretch/>
        </p:blipFill>
        <p:spPr>
          <a:xfrm>
            <a:off x="6333736" y="2376024"/>
            <a:ext cx="3557270" cy="3004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B18282-914C-44FD-BAEF-3B1C1A671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28" y="2743202"/>
            <a:ext cx="3297703" cy="155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5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454" y="0"/>
                <a:ext cx="11063069" cy="1325563"/>
              </a:xfrm>
            </p:spPr>
            <p:txBody>
              <a:bodyPr>
                <a:normAutofit fontScale="90000"/>
              </a:bodyPr>
              <a:lstStyle/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</a:t>
                </a:r>
                <a: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independent variable x, find the value of a function: </a:t>
                </a:r>
                <a: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32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 </a:t>
                </a:r>
                <a:r>
                  <a:rPr lang="en-US" sz="32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sz="3200" dirty="0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m:rPr>
                            <m:nor/>
                          </m:rPr>
                          <a:rPr lang="en-US" sz="3200" dirty="0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− 7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454" y="0"/>
                <a:ext cx="11063069" cy="1325563"/>
              </a:xfrm>
              <a:blipFill>
                <a:blip r:embed="rId2"/>
                <a:stretch>
                  <a:fillRect l="-1157" r="-12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147427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2990D0-A3DC-449A-8C59-4CC1E0028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96" y="2208629"/>
            <a:ext cx="3803354" cy="9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5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454" y="0"/>
                <a:ext cx="11063069" cy="13255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9. </a:t>
                </a:r>
                <a:r>
                  <a:rPr 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independent variable x, find the value of a function: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sz="3200" dirty="0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−3)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−7</m:t>
                    </m:r>
                    <m:r>
                      <m:rPr>
                        <m:nor/>
                      </m:rPr>
                      <a:rPr lang="en-US" sz="32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−3)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2F685-9F6F-4979-8981-C3CE1BE0A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454" y="0"/>
                <a:ext cx="11063069" cy="1325563"/>
              </a:xfrm>
              <a:blipFill>
                <a:blip r:embed="rId2"/>
                <a:stretch>
                  <a:fillRect l="-1377" r="-1433" b="-13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147427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FA92B-A918-4EC3-A601-08C823C8C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38" y="2208629"/>
            <a:ext cx="3958355" cy="101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2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246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1. Given the side a of a square, find the perimeter P of the square: P = 4·a.</vt:lpstr>
      <vt:lpstr>2. Given the side a of a square, find the area S of the square: S=a^2.</vt:lpstr>
      <vt:lpstr>3. The sides a and b of a rectangle are given. Find the area  S = a·b and the perimeter P = 2·(a + b) of the rectangle.</vt:lpstr>
      <vt:lpstr>4. Given the diameter d of a circle, find the length L of the circle: L = π·d. Use 3.14 for a value of π.</vt:lpstr>
      <vt:lpstr>5. Given the edge a of a cube, find the volume V= a^3 and the surface area S=6· a^2 of the cube.</vt:lpstr>
      <vt:lpstr>6. The legs a and b of a right triangle are given. Find the hypotenuse c and the perimeter P of the triangle: c=√(a^(2+) b^2 ), P=a+b+c .</vt:lpstr>
      <vt:lpstr>7. Given the radius R of a circle, find the length L of the circumference and the area S of the circle:  L = 2·π·R, S = π·R^2. Use 3.14 for a value of π.</vt:lpstr>
      <vt:lpstr>8. Given an independent variable x, find the value of a function:  f = 〖3"·" x〗^6-〖6"·" x〗^2 − 7.</vt:lpstr>
      <vt:lpstr>9. Given an independent variable x, find the value of a function: f=〖4"·" (x-3)〗^6-7"·" 〖(x-3)〗^3+2.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118</cp:revision>
  <dcterms:created xsi:type="dcterms:W3CDTF">2024-07-19T06:00:09Z</dcterms:created>
  <dcterms:modified xsi:type="dcterms:W3CDTF">2025-09-11T00:24:41Z</dcterms:modified>
</cp:coreProperties>
</file>