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63069" cy="132556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Write a python program. Exchange the values of two given variables A and B. Output the new values of A and B.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147427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F0D98B-8F8D-4F76-A21B-53E22215C9EB}"/>
              </a:ext>
            </a:extLst>
          </p:cNvPr>
          <p:cNvSpPr/>
          <p:nvPr/>
        </p:nvSpPr>
        <p:spPr>
          <a:xfrm>
            <a:off x="6908665" y="3386799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5957C8-AC5C-4FA0-9A86-50D55DF3BD44}"/>
              </a:ext>
            </a:extLst>
          </p:cNvPr>
          <p:cNvSpPr/>
          <p:nvPr/>
        </p:nvSpPr>
        <p:spPr>
          <a:xfrm>
            <a:off x="8691082" y="3386798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69CE5BDF-DB68-4C82-9ED2-43D05E9799A0}"/>
              </a:ext>
            </a:extLst>
          </p:cNvPr>
          <p:cNvSpPr/>
          <p:nvPr/>
        </p:nvSpPr>
        <p:spPr>
          <a:xfrm>
            <a:off x="7564647" y="2538660"/>
            <a:ext cx="1967948" cy="596348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171B63E7-A0C4-41B8-AB8E-AF331AC2CD9E}"/>
              </a:ext>
            </a:extLst>
          </p:cNvPr>
          <p:cNvSpPr/>
          <p:nvPr/>
        </p:nvSpPr>
        <p:spPr>
          <a:xfrm flipH="1">
            <a:off x="6908665" y="2041701"/>
            <a:ext cx="3094382" cy="1219201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B03A98-475C-4E22-A1F2-D96DB356C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01" y="2201035"/>
            <a:ext cx="2664980" cy="230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63069" cy="217148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Write a python program. Variables A, B, C are given. Change values of the variables by moving the given value of A into the variable C, the given value of C into the variable B, and the given value of B into the variable A. Output the new values of A, B, C.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2171482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4A0144-3189-4958-9254-D3494226D58A}"/>
              </a:ext>
            </a:extLst>
          </p:cNvPr>
          <p:cNvSpPr/>
          <p:nvPr/>
        </p:nvSpPr>
        <p:spPr>
          <a:xfrm>
            <a:off x="6251698" y="4270870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38E91-DE8C-4E66-85E2-98EC77B42520}"/>
              </a:ext>
            </a:extLst>
          </p:cNvPr>
          <p:cNvSpPr/>
          <p:nvPr/>
        </p:nvSpPr>
        <p:spPr>
          <a:xfrm>
            <a:off x="8034115" y="4270869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E0593A80-2ADE-445F-860D-9054EF50306C}"/>
              </a:ext>
            </a:extLst>
          </p:cNvPr>
          <p:cNvSpPr/>
          <p:nvPr/>
        </p:nvSpPr>
        <p:spPr>
          <a:xfrm flipH="1">
            <a:off x="8849122" y="3517152"/>
            <a:ext cx="1431235" cy="619540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D1347D-E1AA-4916-8C3B-6043C63C7581}"/>
              </a:ext>
            </a:extLst>
          </p:cNvPr>
          <p:cNvSpPr/>
          <p:nvPr/>
        </p:nvSpPr>
        <p:spPr>
          <a:xfrm>
            <a:off x="9816532" y="4270869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1" name="Arrow: Curved Down 20">
            <a:extLst>
              <a:ext uri="{FF2B5EF4-FFF2-40B4-BE49-F238E27FC236}">
                <a16:creationId xmlns:a16="http://schemas.microsoft.com/office/drawing/2014/main" id="{97024B9A-AF5A-4F1A-A0BE-411D8ED19D96}"/>
              </a:ext>
            </a:extLst>
          </p:cNvPr>
          <p:cNvSpPr/>
          <p:nvPr/>
        </p:nvSpPr>
        <p:spPr>
          <a:xfrm>
            <a:off x="6434297" y="2534823"/>
            <a:ext cx="4694200" cy="1467692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6D28B4FC-31A1-4F77-AF52-B44638D2F34D}"/>
              </a:ext>
            </a:extLst>
          </p:cNvPr>
          <p:cNvSpPr/>
          <p:nvPr/>
        </p:nvSpPr>
        <p:spPr>
          <a:xfrm flipH="1">
            <a:off x="6926092" y="3517152"/>
            <a:ext cx="1431235" cy="619540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FC134B-3490-4ECD-9D2D-237FBBBF7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54" y="2780206"/>
            <a:ext cx="252412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25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63069" cy="217148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Write a python program. Variables A, B, C are given. Change values of the variables by moving the given value of A into the variable B, the given value of B into the variable C, and the given value of C into the variable A. Output the new values of A, B, C.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4" y="2171482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32C7EF-744D-4956-B787-649C5F771DC4}"/>
              </a:ext>
            </a:extLst>
          </p:cNvPr>
          <p:cNvSpPr/>
          <p:nvPr/>
        </p:nvSpPr>
        <p:spPr>
          <a:xfrm>
            <a:off x="6276554" y="4313072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C85375-6FD6-4B3F-894C-E7651998B756}"/>
              </a:ext>
            </a:extLst>
          </p:cNvPr>
          <p:cNvSpPr/>
          <p:nvPr/>
        </p:nvSpPr>
        <p:spPr>
          <a:xfrm>
            <a:off x="8058971" y="4313071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4" name="Arrow: Curved Down 13">
            <a:extLst>
              <a:ext uri="{FF2B5EF4-FFF2-40B4-BE49-F238E27FC236}">
                <a16:creationId xmlns:a16="http://schemas.microsoft.com/office/drawing/2014/main" id="{AB652A42-84CE-486B-A52F-170536249E08}"/>
              </a:ext>
            </a:extLst>
          </p:cNvPr>
          <p:cNvSpPr/>
          <p:nvPr/>
        </p:nvSpPr>
        <p:spPr>
          <a:xfrm>
            <a:off x="7151198" y="3574261"/>
            <a:ext cx="1457739" cy="579784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9A461-F225-446D-B39F-2F379C2A86F1}"/>
              </a:ext>
            </a:extLst>
          </p:cNvPr>
          <p:cNvSpPr/>
          <p:nvPr/>
        </p:nvSpPr>
        <p:spPr>
          <a:xfrm>
            <a:off x="9841388" y="4313071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FCCD2056-BB4F-4D6D-BE22-1990A6E93E3F}"/>
              </a:ext>
            </a:extLst>
          </p:cNvPr>
          <p:cNvSpPr/>
          <p:nvPr/>
        </p:nvSpPr>
        <p:spPr>
          <a:xfrm flipH="1">
            <a:off x="6096000" y="2418012"/>
            <a:ext cx="5057351" cy="1762537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2D16FA61-DE9C-4849-90AD-CA0043DF0BBE}"/>
              </a:ext>
            </a:extLst>
          </p:cNvPr>
          <p:cNvSpPr/>
          <p:nvPr/>
        </p:nvSpPr>
        <p:spPr>
          <a:xfrm>
            <a:off x="8859264" y="3574261"/>
            <a:ext cx="1457739" cy="579784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309C6D-8AE1-443D-99CE-3E131A66A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28" y="2836696"/>
            <a:ext cx="24860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17418"/>
            <a:ext cx="11063069" cy="217148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Write a python program. Variables A, B, C, D are given. Change values of the variables by moving the given value of A into the variable B, the given value of B into the variable C, the given value of C into the variable D, and the given value of D into the variable A. Output the new values of A, B, C, 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594103" y="203763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C94393-B7BB-4289-A983-39A8B11EF3AA}"/>
              </a:ext>
            </a:extLst>
          </p:cNvPr>
          <p:cNvSpPr/>
          <p:nvPr/>
        </p:nvSpPr>
        <p:spPr>
          <a:xfrm>
            <a:off x="4714104" y="4564662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03C7F1-EB18-4A82-88CC-E4EBDDBCB2CF}"/>
              </a:ext>
            </a:extLst>
          </p:cNvPr>
          <p:cNvSpPr/>
          <p:nvPr/>
        </p:nvSpPr>
        <p:spPr>
          <a:xfrm>
            <a:off x="6496521" y="4564661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2E05DC60-744A-4CB4-AE96-9617B307E468}"/>
              </a:ext>
            </a:extLst>
          </p:cNvPr>
          <p:cNvSpPr/>
          <p:nvPr/>
        </p:nvSpPr>
        <p:spPr>
          <a:xfrm flipH="1">
            <a:off x="7311528" y="3810944"/>
            <a:ext cx="1431235" cy="619540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36B585-13EC-4847-B9AC-B4F0FBAF6FF7}"/>
              </a:ext>
            </a:extLst>
          </p:cNvPr>
          <p:cNvSpPr/>
          <p:nvPr/>
        </p:nvSpPr>
        <p:spPr>
          <a:xfrm>
            <a:off x="8278938" y="4564661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6D70D836-7D9B-4C83-AAB1-1B9497FF8CAD}"/>
              </a:ext>
            </a:extLst>
          </p:cNvPr>
          <p:cNvSpPr/>
          <p:nvPr/>
        </p:nvSpPr>
        <p:spPr>
          <a:xfrm>
            <a:off x="4896702" y="2828614"/>
            <a:ext cx="6476617" cy="1601869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Curved Down 24">
            <a:extLst>
              <a:ext uri="{FF2B5EF4-FFF2-40B4-BE49-F238E27FC236}">
                <a16:creationId xmlns:a16="http://schemas.microsoft.com/office/drawing/2014/main" id="{2C9A62CF-8608-4A86-8B7A-CE5D06DE9277}"/>
              </a:ext>
            </a:extLst>
          </p:cNvPr>
          <p:cNvSpPr/>
          <p:nvPr/>
        </p:nvSpPr>
        <p:spPr>
          <a:xfrm flipH="1">
            <a:off x="5388498" y="3810944"/>
            <a:ext cx="1431235" cy="619540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42BCBF-058E-48A8-85C7-447FF8181359}"/>
              </a:ext>
            </a:extLst>
          </p:cNvPr>
          <p:cNvSpPr/>
          <p:nvPr/>
        </p:nvSpPr>
        <p:spPr>
          <a:xfrm>
            <a:off x="10061355" y="4564660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7" name="Arrow: Curved Down 26">
            <a:extLst>
              <a:ext uri="{FF2B5EF4-FFF2-40B4-BE49-F238E27FC236}">
                <a16:creationId xmlns:a16="http://schemas.microsoft.com/office/drawing/2014/main" id="{A7CFA347-8317-4165-922B-5FE0FE8B5561}"/>
              </a:ext>
            </a:extLst>
          </p:cNvPr>
          <p:cNvSpPr/>
          <p:nvPr/>
        </p:nvSpPr>
        <p:spPr>
          <a:xfrm flipH="1">
            <a:off x="9129307" y="3810944"/>
            <a:ext cx="1431235" cy="619540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22EE34-F016-4222-BFED-E80B3B128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22" y="2654897"/>
            <a:ext cx="24669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67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17418"/>
            <a:ext cx="11063069" cy="217148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Write a python program. Variables A, B, C, D are given. Change values of the variables by moving the given value of A into the variable B, the given value of B into the variable C, the given value of C into the variable D, and the given value of D into the variable A. Output the new values of A, B, C, 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594103" y="203763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B94398-5DA5-4356-9DA4-CE611DA3B780}"/>
              </a:ext>
            </a:extLst>
          </p:cNvPr>
          <p:cNvSpPr/>
          <p:nvPr/>
        </p:nvSpPr>
        <p:spPr>
          <a:xfrm>
            <a:off x="4849330" y="4542330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8AF12-5D7A-4D48-B7B2-121879AD67C3}"/>
              </a:ext>
            </a:extLst>
          </p:cNvPr>
          <p:cNvSpPr/>
          <p:nvPr/>
        </p:nvSpPr>
        <p:spPr>
          <a:xfrm>
            <a:off x="6631747" y="4542329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4" name="Arrow: Curved Down 13">
            <a:extLst>
              <a:ext uri="{FF2B5EF4-FFF2-40B4-BE49-F238E27FC236}">
                <a16:creationId xmlns:a16="http://schemas.microsoft.com/office/drawing/2014/main" id="{358FFF1E-681E-4383-BDDF-5EA855454338}"/>
              </a:ext>
            </a:extLst>
          </p:cNvPr>
          <p:cNvSpPr/>
          <p:nvPr/>
        </p:nvSpPr>
        <p:spPr>
          <a:xfrm>
            <a:off x="5651086" y="3834996"/>
            <a:ext cx="1457739" cy="579784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BF8EB6-C873-4E43-B5BD-3F1CB6398E07}"/>
              </a:ext>
            </a:extLst>
          </p:cNvPr>
          <p:cNvSpPr/>
          <p:nvPr/>
        </p:nvSpPr>
        <p:spPr>
          <a:xfrm>
            <a:off x="8414164" y="4542329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2070233E-2143-43C1-9129-9927DE73EE88}"/>
              </a:ext>
            </a:extLst>
          </p:cNvPr>
          <p:cNvSpPr/>
          <p:nvPr/>
        </p:nvSpPr>
        <p:spPr>
          <a:xfrm flipH="1">
            <a:off x="4668777" y="2647271"/>
            <a:ext cx="6740377" cy="1745972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F1DDA72C-C0A4-49CB-92E3-4ACC27CDEE0C}"/>
              </a:ext>
            </a:extLst>
          </p:cNvPr>
          <p:cNvSpPr/>
          <p:nvPr/>
        </p:nvSpPr>
        <p:spPr>
          <a:xfrm>
            <a:off x="7360616" y="3813459"/>
            <a:ext cx="1457739" cy="579784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3BD7C8-4A59-4038-B3BC-DA831D26B079}"/>
              </a:ext>
            </a:extLst>
          </p:cNvPr>
          <p:cNvSpPr/>
          <p:nvPr/>
        </p:nvSpPr>
        <p:spPr>
          <a:xfrm>
            <a:off x="10196581" y="4542328"/>
            <a:ext cx="1311965" cy="1219201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:a16="http://schemas.microsoft.com/office/drawing/2014/main" id="{772BC198-CF1D-410E-B57B-AA18BFB63977}"/>
              </a:ext>
            </a:extLst>
          </p:cNvPr>
          <p:cNvSpPr/>
          <p:nvPr/>
        </p:nvSpPr>
        <p:spPr>
          <a:xfrm>
            <a:off x="9246121" y="3834996"/>
            <a:ext cx="1457739" cy="579784"/>
          </a:xfrm>
          <a:prstGeom prst="curvedDownArrow">
            <a:avLst/>
          </a:prstGeom>
          <a:solidFill>
            <a:srgbClr val="FFCC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64A5E-FDF2-4378-82AD-177EF2746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54" y="2687937"/>
            <a:ext cx="2486025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1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341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1. Write a python program. Exchange the values of two given variables A and B. Output the new values of A and B.</vt:lpstr>
      <vt:lpstr>2. Write a python program. Variables A, B, C are given. Change values of the variables by moving the given value of A into the variable C, the given value of C into the variable B, and the given value of B into the variable A. Output the new values of A, B, C.</vt:lpstr>
      <vt:lpstr>3. Write a python program. Variables A, B, C are given. Change values of the variables by moving the given value of A into the variable B, the given value of B into the variable C, and the given value of C into the variable A. Output the new values of A, B, C.</vt:lpstr>
      <vt:lpstr>4. Write a python program. Variables A, B, C, D are given. Change values of the variables by moving the given value of A into the variable B, the given value of B into the variable C, the given value of C into the variable D, and the given value of D into the variable A. Output the new values of A, B, C, D.</vt:lpstr>
      <vt:lpstr>5. Write a python program. Variables A, B, C, D are given. Change values of the variables by moving the given value of A into the variable B, the given value of B into the variable C, the given value of C into the variable D, and the given value of D into the variable A. Output the new values of A, B, C, 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120</cp:revision>
  <dcterms:created xsi:type="dcterms:W3CDTF">2024-07-19T06:00:09Z</dcterms:created>
  <dcterms:modified xsi:type="dcterms:W3CDTF">2025-09-09T20:59:45Z</dcterms:modified>
</cp:coreProperties>
</file>