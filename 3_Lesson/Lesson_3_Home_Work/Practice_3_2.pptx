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1.Write the code for the following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05863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98" y="1775306"/>
            <a:ext cx="53435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05863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89" y="1792993"/>
            <a:ext cx="3563029" cy="31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0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05863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89" y="1792993"/>
            <a:ext cx="4459005" cy="469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1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30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1.Write the code for the following application.</vt:lpstr>
      <vt:lpstr>2.Write the code for the following application.</vt:lpstr>
      <vt:lpstr>3.Write the code for the following application.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112</cp:revision>
  <dcterms:created xsi:type="dcterms:W3CDTF">2024-07-19T06:00:09Z</dcterms:created>
  <dcterms:modified xsi:type="dcterms:W3CDTF">2025-09-09T21:31:34Z</dcterms:modified>
</cp:coreProperties>
</file>