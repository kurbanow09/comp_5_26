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51" r:id="rId2"/>
    <p:sldId id="353" r:id="rId3"/>
    <p:sldId id="354" r:id="rId4"/>
    <p:sldId id="355" r:id="rId5"/>
    <p:sldId id="356" r:id="rId6"/>
    <p:sldId id="3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40404"/>
    <a:srgbClr val="FF3300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7F13-9D93-4BD7-AB06-4795B57EE9D5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E4C1-1923-4847-87AA-B3B035D236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329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float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between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and 1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print it.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float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between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and 22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print it.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integer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between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 and 94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print 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929470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15" y="3578640"/>
            <a:ext cx="465772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73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list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items: "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Gurban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Ashyr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single, random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List and print it.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select a specified number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unique elements from the List and print it.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reorder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 permute) the elements of a list in place and print List.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3753722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15" y="4317166"/>
            <a:ext cx="830580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14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a Dice Game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920364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15" y="1500109"/>
            <a:ext cx="4436291" cy="469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5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Toss a Coin Game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920364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C8E69E-88AC-4C75-9A24-603083664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718" y="1500108"/>
            <a:ext cx="2729829" cy="41022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16" y="1500109"/>
            <a:ext cx="2694152" cy="464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04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Capitals Game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920364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15" y="1500108"/>
            <a:ext cx="6448425" cy="47053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690" y="1796322"/>
            <a:ext cx="301942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46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3742" y="445420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af-ZA" dirty="0"/>
              <a:t>Country = {"Turkey" : "Ankara",</a:t>
            </a:r>
          </a:p>
          <a:p>
            <a:r>
              <a:rPr lang="af-ZA" dirty="0"/>
              <a:t>                   "Kazakhstan" : "Astana",</a:t>
            </a:r>
          </a:p>
          <a:p>
            <a:r>
              <a:rPr lang="af-ZA" dirty="0"/>
              <a:t>                   "Azerbaijan" : "Baku",</a:t>
            </a:r>
          </a:p>
          <a:p>
            <a:r>
              <a:rPr lang="af-ZA" dirty="0"/>
              <a:t>                   "Iraq" : "Baghdad",</a:t>
            </a:r>
          </a:p>
          <a:p>
            <a:r>
              <a:rPr lang="af-ZA" dirty="0"/>
              <a:t>                   "China" : "Beijing",</a:t>
            </a:r>
          </a:p>
          <a:p>
            <a:r>
              <a:rPr lang="af-ZA" dirty="0"/>
              <a:t>                   "Germany" : "Berlin",</a:t>
            </a:r>
          </a:p>
          <a:p>
            <a:r>
              <a:rPr lang="af-ZA" dirty="0"/>
              <a:t>                   "Kyrgyzstan" : "Bishkek",</a:t>
            </a:r>
          </a:p>
          <a:p>
            <a:r>
              <a:rPr lang="af-ZA" dirty="0"/>
              <a:t>                   "Australia" : "Canberra",</a:t>
            </a:r>
          </a:p>
          <a:p>
            <a:r>
              <a:rPr lang="af-ZA" dirty="0"/>
              <a:t>                   "Qatar" : "Doha",</a:t>
            </a:r>
          </a:p>
          <a:p>
            <a:r>
              <a:rPr lang="af-ZA" dirty="0"/>
              <a:t>                   "Tajikistan" : "Dushanbe",</a:t>
            </a:r>
          </a:p>
          <a:p>
            <a:r>
              <a:rPr lang="af-ZA" dirty="0"/>
              <a:t>                   "Pakistan" : "Islamabad",</a:t>
            </a:r>
          </a:p>
          <a:p>
            <a:r>
              <a:rPr lang="af-ZA" dirty="0"/>
              <a:t>                   "Afghanistan" : "Kabul",</a:t>
            </a:r>
          </a:p>
          <a:p>
            <a:r>
              <a:rPr lang="af-ZA" dirty="0"/>
              <a:t>                   "Spain" : "Madrid",</a:t>
            </a:r>
          </a:p>
          <a:p>
            <a:r>
              <a:rPr lang="af-ZA" dirty="0"/>
              <a:t>                   "Belarus" : "Minsk",</a:t>
            </a:r>
          </a:p>
          <a:p>
            <a:r>
              <a:rPr lang="af-ZA" dirty="0"/>
              <a:t>                   "Russia" : "Moscow",</a:t>
            </a:r>
          </a:p>
          <a:p>
            <a:r>
              <a:rPr lang="af-ZA" dirty="0"/>
              <a:t>                   "Canada" : "Ottawa",</a:t>
            </a:r>
          </a:p>
          <a:p>
            <a:r>
              <a:rPr lang="af-ZA" dirty="0"/>
              <a:t>                   "France" : "Paris",</a:t>
            </a:r>
          </a:p>
          <a:p>
            <a:r>
              <a:rPr lang="af-ZA" dirty="0"/>
              <a:t>                   "Italy" : "Rome",</a:t>
            </a:r>
          </a:p>
          <a:p>
            <a:r>
              <a:rPr lang="af-ZA" dirty="0"/>
              <a:t>                   "Uzbekistan" : "Tashkent",</a:t>
            </a:r>
          </a:p>
          <a:p>
            <a:r>
              <a:rPr lang="af-ZA" dirty="0"/>
              <a:t>                   "Japan" : "Tokyo"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40580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4868</TotalTime>
  <Words>294</Words>
  <Application>Microsoft Office PowerPoint</Application>
  <PresentationFormat>Широкоэкранный</PresentationFormat>
  <Paragraphs>37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User</cp:lastModifiedBy>
  <cp:revision>297</cp:revision>
  <dcterms:created xsi:type="dcterms:W3CDTF">2020-08-31T23:04:32Z</dcterms:created>
  <dcterms:modified xsi:type="dcterms:W3CDTF">2026-07-21T15:21:22Z</dcterms:modified>
</cp:coreProperties>
</file>