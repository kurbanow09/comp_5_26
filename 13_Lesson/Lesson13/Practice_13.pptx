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15" r:id="rId2"/>
    <p:sldId id="338" r:id="rId3"/>
    <p:sldId id="339" r:id="rId4"/>
    <p:sldId id="340" r:id="rId5"/>
    <p:sldId id="341" r:id="rId6"/>
    <p:sldId id="343" r:id="rId7"/>
    <p:sldId id="344" r:id="rId8"/>
    <p:sldId id="345" r:id="rId9"/>
    <p:sldId id="346" r:id="rId10"/>
    <p:sldId id="352" r:id="rId11"/>
    <p:sldId id="330" r:id="rId12"/>
    <p:sldId id="348" r:id="rId13"/>
    <p:sldId id="347" r:id="rId14"/>
    <p:sldId id="349" r:id="rId15"/>
    <p:sldId id="350" r:id="rId16"/>
    <p:sldId id="35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7F13-9D93-4BD7-AB06-4795B57EE9D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E4C1-1923-4847-87AA-B3B035D236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2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and print.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keys: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Rejep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"Meret", "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Oraz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values: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66112233, 66445566, 66778899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54390"/>
            <a:ext cx="981075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3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41511"/>
            <a:ext cx="176212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4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Mere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(66111222)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31986"/>
            <a:ext cx="9829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4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item to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contact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(Gurban, 66333444)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" y="2760561"/>
            <a:ext cx="111728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6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Oraz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number.</a:t>
            </a:r>
            <a:endParaRPr lang="tk-TM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41511"/>
            <a:ext cx="103536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3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all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contact,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one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41511"/>
            <a:ext cx="13811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94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all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contact, one by 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51036"/>
            <a:ext cx="181927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7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all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contact, one by 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51036"/>
            <a:ext cx="36671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3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user. If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contact,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its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print the message "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found".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51036"/>
            <a:ext cx="5314950" cy="8477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4024303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5" y="4609077"/>
            <a:ext cx="53721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3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98475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94" y="1569529"/>
            <a:ext cx="4090220" cy="4972939"/>
          </a:xfrm>
          <a:prstGeom prst="rect">
            <a:avLst/>
          </a:prstGeom>
        </p:spPr>
      </p:pic>
      <p:pic>
        <p:nvPicPr>
          <p:cNvPr id="7" name="Рисунок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5" r="24172"/>
          <a:stretch/>
        </p:blipFill>
        <p:spPr>
          <a:xfrm>
            <a:off x="6289095" y="1394438"/>
            <a:ext cx="2593738" cy="5032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221888" y="655774"/>
            <a:ext cx="25341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 smtClean="0"/>
              <a:t>A </a:t>
            </a:r>
            <a:r>
              <a:rPr lang="it-IT" dirty="0"/>
              <a:t>= {"espresso" : 25,</a:t>
            </a:r>
          </a:p>
          <a:p>
            <a:r>
              <a:rPr lang="it-IT" dirty="0"/>
              <a:t>              </a:t>
            </a:r>
            <a:r>
              <a:rPr lang="it-IT" dirty="0" smtClean="0"/>
              <a:t>  "</a:t>
            </a:r>
            <a:r>
              <a:rPr lang="it-IT" dirty="0"/>
              <a:t>latte" : 25,</a:t>
            </a:r>
          </a:p>
          <a:p>
            <a:r>
              <a:rPr lang="it-IT" dirty="0"/>
              <a:t>    </a:t>
            </a:r>
            <a:r>
              <a:rPr lang="it-IT" dirty="0" smtClean="0"/>
              <a:t> "</a:t>
            </a:r>
            <a:r>
              <a:rPr lang="it-IT" dirty="0"/>
              <a:t>americano" : 20,</a:t>
            </a:r>
          </a:p>
          <a:p>
            <a:r>
              <a:rPr lang="it-IT" dirty="0"/>
              <a:t>      </a:t>
            </a:r>
            <a:r>
              <a:rPr lang="it-IT" dirty="0" smtClean="0"/>
              <a:t>"</a:t>
            </a:r>
            <a:r>
              <a:rPr lang="it-IT" dirty="0"/>
              <a:t>macchiato" : 30,</a:t>
            </a:r>
          </a:p>
          <a:p>
            <a:r>
              <a:rPr lang="it-IT" dirty="0"/>
              <a:t>     </a:t>
            </a:r>
            <a:r>
              <a:rPr lang="it-IT" dirty="0" smtClean="0"/>
              <a:t>"</a:t>
            </a:r>
            <a:r>
              <a:rPr lang="it-IT" dirty="0"/>
              <a:t>cappuccino" : 30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67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 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280971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64" y="1852860"/>
            <a:ext cx="5000625" cy="4276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865" y="2366260"/>
            <a:ext cx="3249924" cy="324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4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 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280971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85" y="1865747"/>
            <a:ext cx="4955899" cy="38524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6614067" y="1280970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204" y="1865745"/>
            <a:ext cx="4914176" cy="377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7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13. 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280971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65" y="1865746"/>
            <a:ext cx="4985558" cy="426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0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14. 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280971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65" y="1865746"/>
            <a:ext cx="5018732" cy="387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2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15. 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280971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44" y="1865746"/>
            <a:ext cx="4969542" cy="34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0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16. 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280971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15" y="1865746"/>
            <a:ext cx="5003077" cy="34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7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4143</TotalTime>
  <Words>269</Words>
  <Application>Microsoft Office PowerPoint</Application>
  <PresentationFormat>Widescreen</PresentationFormat>
  <Paragraphs>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282</cp:revision>
  <dcterms:created xsi:type="dcterms:W3CDTF">2020-08-31T23:04:32Z</dcterms:created>
  <dcterms:modified xsi:type="dcterms:W3CDTF">2025-11-22T20:58:36Z</dcterms:modified>
</cp:coreProperties>
</file>