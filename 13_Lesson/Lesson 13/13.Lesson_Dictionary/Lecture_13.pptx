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408" r:id="rId3"/>
    <p:sldId id="405" r:id="rId4"/>
    <p:sldId id="473" r:id="rId5"/>
    <p:sldId id="437" r:id="rId6"/>
    <p:sldId id="491" r:id="rId7"/>
    <p:sldId id="492" r:id="rId8"/>
    <p:sldId id="493" r:id="rId9"/>
    <p:sldId id="438" r:id="rId10"/>
    <p:sldId id="474" r:id="rId11"/>
    <p:sldId id="486" r:id="rId12"/>
    <p:sldId id="475" r:id="rId13"/>
    <p:sldId id="476" r:id="rId14"/>
    <p:sldId id="443" r:id="rId15"/>
    <p:sldId id="444" r:id="rId16"/>
    <p:sldId id="477" r:id="rId17"/>
    <p:sldId id="447" r:id="rId18"/>
    <p:sldId id="478" r:id="rId19"/>
    <p:sldId id="479" r:id="rId20"/>
    <p:sldId id="480" r:id="rId21"/>
    <p:sldId id="481" r:id="rId22"/>
    <p:sldId id="482" r:id="rId23"/>
    <p:sldId id="483" r:id="rId24"/>
    <p:sldId id="484" r:id="rId25"/>
    <p:sldId id="485" r:id="rId26"/>
    <p:sldId id="487" r:id="rId27"/>
    <p:sldId id="488" r:id="rId28"/>
    <p:sldId id="489" r:id="rId29"/>
    <p:sldId id="490" r:id="rId30"/>
    <p:sldId id="49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68" autoAdjust="0"/>
    <p:restoredTop sz="91897" autoAdjust="0"/>
  </p:normalViewPr>
  <p:slideViewPr>
    <p:cSldViewPr snapToGrid="0">
      <p:cViewPr varScale="1">
        <p:scale>
          <a:sx n="68" d="100"/>
          <a:sy n="68" d="100"/>
        </p:scale>
        <p:origin x="11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79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27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93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30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93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18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04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36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08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72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10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17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45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3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968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57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67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8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61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78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042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421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657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633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09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629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443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86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What is Functional Programming and Why it is Important to Learn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143" y="1207198"/>
            <a:ext cx="6873714" cy="51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5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5F6E1CE-6B2E-476F-96E5-9543C9839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815804"/>
              </p:ext>
            </p:extLst>
          </p:nvPr>
        </p:nvGraphicFramePr>
        <p:xfrm>
          <a:off x="627184" y="1181686"/>
          <a:ext cx="11147474" cy="513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1327">
                  <a:extLst>
                    <a:ext uri="{9D8B030D-6E8A-4147-A177-3AD203B41FA5}">
                      <a16:colId xmlns:a16="http://schemas.microsoft.com/office/drawing/2014/main" val="3966248109"/>
                    </a:ext>
                  </a:extLst>
                </a:gridCol>
                <a:gridCol w="8016147">
                  <a:extLst>
                    <a:ext uri="{9D8B030D-6E8A-4147-A177-3AD203B41FA5}">
                      <a16:colId xmlns:a16="http://schemas.microsoft.com/office/drawing/2014/main" val="1453455411"/>
                    </a:ext>
                  </a:extLst>
                </a:gridCol>
              </a:tblGrid>
              <a:tr h="72470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294385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  5,  94,  -30,  -24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25152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0.5,  1.25,  3.14,  -4.5,  -2.7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14437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“hello”,  “4 cats”,  “a”,  “aa”, “7”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38980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tk-TM" sz="3600" b="1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tk-TM" sz="3600" b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True, False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[“Rejep”, “</a:t>
                      </a:r>
                      <a:r>
                        <a:rPr lang="tk-TM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Meret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”,</a:t>
                      </a:r>
                      <a:r>
                        <a:rPr lang="en-US" sz="3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“Oraz”, “Gurban”]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{“</a:t>
                      </a:r>
                      <a:r>
                        <a:rPr lang="en-US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 : “</a:t>
                      </a:r>
                      <a:r>
                        <a:rPr lang="tk-TM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kitap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”, “</a:t>
                      </a:r>
                      <a:r>
                        <a:rPr lang="en-US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 : “</a:t>
                      </a:r>
                      <a:r>
                        <a:rPr lang="tk-TM" sz="3600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okamak</a:t>
                      </a:r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”}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18978" y="5584874"/>
            <a:ext cx="11127545" cy="6189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618978" y="5584874"/>
            <a:ext cx="11127545" cy="618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03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Dictionary?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023668" cy="3660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store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items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one of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built-in data types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 used to store collections of data, the other 3 are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with different qualities and usage.</a:t>
            </a:r>
          </a:p>
        </p:txBody>
      </p:sp>
    </p:spTree>
    <p:extLst>
      <p:ext uri="{BB962C8B-B14F-4D97-AF65-F5344CB8AC3E}">
        <p14:creationId xmlns:p14="http://schemas.microsoft.com/office/powerpoint/2010/main" val="186419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023668" cy="2830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Dictionaries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values in </a:t>
            </a:r>
            <a:r>
              <a:rPr lang="tk-TM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key:value</a:t>
            </a:r>
            <a:r>
              <a:rPr lang="tk-TM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collection which is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ordered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changeable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11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89" y="0"/>
            <a:ext cx="1076764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Dictionary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36099" y="1150166"/>
            <a:ext cx="1131042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Dictionaries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written with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curly brackets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have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03" y="2363185"/>
            <a:ext cx="5105400" cy="2524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03" y="5381938"/>
            <a:ext cx="99441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4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89" y="0"/>
            <a:ext cx="1076764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 Contacts App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36099" y="1150166"/>
            <a:ext cx="1131042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970" y="1868557"/>
            <a:ext cx="7048500" cy="4695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06" y="2111234"/>
            <a:ext cx="3770141" cy="108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89" y="0"/>
            <a:ext cx="1076764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In App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36099" y="1150166"/>
            <a:ext cx="1131042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299" y="1868556"/>
            <a:ext cx="6742171" cy="46958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74" y="2111234"/>
            <a:ext cx="4248441" cy="11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2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89" y="0"/>
            <a:ext cx="1076764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Fruits Store App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36099" y="1150166"/>
            <a:ext cx="1131042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833" y="1868555"/>
            <a:ext cx="6261102" cy="46958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26" y="2111234"/>
            <a:ext cx="3267452" cy="119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8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 Length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the length of a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the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28" y="2344135"/>
            <a:ext cx="5057775" cy="2562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266" y="5381938"/>
            <a:ext cx="545102" cy="62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7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89" y="0"/>
            <a:ext cx="1076764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36099" y="1150166"/>
            <a:ext cx="1131042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items of a dictionary by referring to its key name, inside square brackets: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15" y="2448032"/>
            <a:ext cx="5081588" cy="2507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03" y="5431286"/>
            <a:ext cx="1282576" cy="58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5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89" y="0"/>
            <a:ext cx="1076764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36099" y="1150166"/>
            <a:ext cx="1131042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items of a dictionary by referring to its key name, inside square brackets: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03" y="2475729"/>
            <a:ext cx="5105400" cy="2524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03" y="5459422"/>
            <a:ext cx="33623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25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89" y="0"/>
            <a:ext cx="1076764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36099" y="1150166"/>
            <a:ext cx="1131042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a method called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give you the same result: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03" y="5431286"/>
            <a:ext cx="1282576" cy="5840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15" y="2448032"/>
            <a:ext cx="5081588" cy="251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9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89" y="0"/>
            <a:ext cx="10767647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36099" y="1150166"/>
            <a:ext cx="1131042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a method called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give you the same result: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15" y="2475729"/>
            <a:ext cx="5081588" cy="25360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15" y="5484728"/>
            <a:ext cx="1320471" cy="47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6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91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a specific item by referring to its key name: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89" y="2214970"/>
            <a:ext cx="5248275" cy="30575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03" y="5672823"/>
            <a:ext cx="10706687" cy="45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01413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900332"/>
            <a:ext cx="11337234" cy="10410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item to the dictionary is done by using a new index key and assigning a value to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14" y="5871470"/>
            <a:ext cx="11325225" cy="4000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56" y="2376821"/>
            <a:ext cx="50863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9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01413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900332"/>
            <a:ext cx="11337234" cy="10410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setdefault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value of the item with the specified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14" y="5871470"/>
            <a:ext cx="11325225" cy="400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56" y="2382042"/>
            <a:ext cx="6127808" cy="302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 method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the item with the specified key name.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05" y="2236141"/>
            <a:ext cx="5029200" cy="3000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14" y="5742519"/>
            <a:ext cx="70199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9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popitem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removes the last inserted item.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92" y="2236141"/>
            <a:ext cx="5076825" cy="3000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77" y="5766331"/>
            <a:ext cx="648652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keyword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the item with the specified key name.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4" y="5742519"/>
            <a:ext cx="7019925" cy="495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05" y="2236141"/>
            <a:ext cx="50577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0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keyword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delete the dictionary completely.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0" y="2255191"/>
            <a:ext cx="5048250" cy="2962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90" y="5785381"/>
            <a:ext cx="71532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3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clear() method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empties the dictionary.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0" y="5634298"/>
            <a:ext cx="533785" cy="6206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30" y="2236141"/>
            <a:ext cx="50482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7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1"/>
            <a:ext cx="10515600" cy="1041008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Dictionaries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891887"/>
            <a:ext cx="11337234" cy="616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copy of a dictionary with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copy() method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1" y="1808138"/>
            <a:ext cx="4810364" cy="33463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31" y="5454198"/>
            <a:ext cx="99250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6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Dictionary Keys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keys() method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return keys of a dictionary.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30" y="2236141"/>
            <a:ext cx="5048250" cy="2476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94" y="5310786"/>
            <a:ext cx="6553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2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Dictionary Values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values() method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return values of a dictionary.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94" y="2202584"/>
            <a:ext cx="5057775" cy="2524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45" y="5329836"/>
            <a:ext cx="81629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Dictionary Items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items() method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return both keys and values of a dictionary.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44" y="2240684"/>
            <a:ext cx="5038725" cy="2486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45" y="5345835"/>
            <a:ext cx="10812650" cy="40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11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Dictionaries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keys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dictionary,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by one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44" y="2240684"/>
            <a:ext cx="5057775" cy="3009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289" y="4698576"/>
            <a:ext cx="1179031" cy="15756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8167" y="4165032"/>
            <a:ext cx="2219023" cy="139571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9334204" y="473860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tk-TM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358" y="2240684"/>
            <a:ext cx="2219023" cy="139571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9233395" y="284530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70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Dictionaries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dictionary,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by one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167" y="4165032"/>
            <a:ext cx="2219023" cy="139571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9334204" y="473860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tk-TM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358" y="2240684"/>
            <a:ext cx="2219023" cy="139571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9233395" y="284530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53" y="2240684"/>
            <a:ext cx="5067300" cy="3009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454" y="4698576"/>
            <a:ext cx="1744980" cy="153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9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Dictionaries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5"/>
            <a:ext cx="11337234" cy="720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dictionary,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by one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630" y="4132486"/>
            <a:ext cx="2132150" cy="134107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159666" y="4706062"/>
            <a:ext cx="898887" cy="6526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tk-TM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839" y="2235994"/>
            <a:ext cx="2219023" cy="139571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9301876" y="2840618"/>
            <a:ext cx="1021750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tk-TM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28" y="2250209"/>
            <a:ext cx="5076825" cy="30003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60" y="4903293"/>
            <a:ext cx="2953915" cy="145336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939" y="4132486"/>
            <a:ext cx="2132150" cy="134107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10295975" y="4706062"/>
            <a:ext cx="898887" cy="6526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tk-TM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55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659988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word from the user. If the word is in the dictionary,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print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"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not found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425" y="2305636"/>
            <a:ext cx="3429000" cy="952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425" y="4286691"/>
            <a:ext cx="3228975" cy="895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72" y="1869538"/>
            <a:ext cx="6801486" cy="410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2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659988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given word from the user. If the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is correct,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", else print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</a:t>
            </a: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72" y="1827334"/>
            <a:ext cx="5822450" cy="45734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881" y="2488520"/>
            <a:ext cx="3397870" cy="305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7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2843</TotalTime>
  <Words>534</Words>
  <Application>Microsoft Office PowerPoint</Application>
  <PresentationFormat>Widescreen</PresentationFormat>
  <Paragraphs>108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Office Theme</vt:lpstr>
      <vt:lpstr>Dictionary</vt:lpstr>
      <vt:lpstr>Data Types</vt:lpstr>
      <vt:lpstr>What is the Dictionary?</vt:lpstr>
      <vt:lpstr>Dictionary</vt:lpstr>
      <vt:lpstr>Create a Dictionary</vt:lpstr>
      <vt:lpstr>Phone Contacts App</vt:lpstr>
      <vt:lpstr>Sign In App</vt:lpstr>
      <vt:lpstr>Fruits Store App</vt:lpstr>
      <vt:lpstr>Dictionary Length</vt:lpstr>
      <vt:lpstr>Accessing Items</vt:lpstr>
      <vt:lpstr>Accessing Items</vt:lpstr>
      <vt:lpstr>Accessing Items</vt:lpstr>
      <vt:lpstr>Accessing Items</vt:lpstr>
      <vt:lpstr>Change Dictionary Items</vt:lpstr>
      <vt:lpstr>Add Dictionary Items</vt:lpstr>
      <vt:lpstr>Add Dictionary Items</vt:lpstr>
      <vt:lpstr>Remove Dictionary Items</vt:lpstr>
      <vt:lpstr>Remove Dictionary Items</vt:lpstr>
      <vt:lpstr>Remove Dictionary Items</vt:lpstr>
      <vt:lpstr>Remove Dictionary Items</vt:lpstr>
      <vt:lpstr>Remove Dictionary Items</vt:lpstr>
      <vt:lpstr>Copy Dictionaries</vt:lpstr>
      <vt:lpstr>Access Dictionary Keys</vt:lpstr>
      <vt:lpstr>Access Dictionary Values</vt:lpstr>
      <vt:lpstr>Access Dictionary Items</vt:lpstr>
      <vt:lpstr>Loop Dictionaries</vt:lpstr>
      <vt:lpstr>Loop Dictionaries</vt:lpstr>
      <vt:lpstr>Loop Dictionaries</vt:lpstr>
      <vt:lpstr>Example: Get a word from the user. If the word is in the dictionary, print its translation, else print the message "word not found".</vt:lpstr>
      <vt:lpstr>Example: Get the translation of the given word from the user. If the user answer is correct, print the message "Correct", else print the message "Incorrect".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242</cp:revision>
  <dcterms:created xsi:type="dcterms:W3CDTF">2024-07-19T06:00:09Z</dcterms:created>
  <dcterms:modified xsi:type="dcterms:W3CDTF">2025-11-22T04:35:41Z</dcterms:modified>
</cp:coreProperties>
</file>