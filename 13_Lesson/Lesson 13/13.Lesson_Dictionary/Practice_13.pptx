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15" r:id="rId2"/>
    <p:sldId id="338" r:id="rId3"/>
    <p:sldId id="339" r:id="rId4"/>
    <p:sldId id="340" r:id="rId5"/>
    <p:sldId id="341" r:id="rId6"/>
    <p:sldId id="343" r:id="rId7"/>
    <p:sldId id="344" r:id="rId8"/>
    <p:sldId id="345" r:id="rId9"/>
    <p:sldId id="346" r:id="rId10"/>
    <p:sldId id="35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7F13-9D93-4BD7-AB06-4795B57EE9D5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E4C1-1923-4847-87AA-B3B035D236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2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and print.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keys: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"Rejep", "Meret", "Oraz"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values: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66112233, 66445566, 66778899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4390"/>
            <a:ext cx="981075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3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phone number.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41511"/>
            <a:ext cx="176212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4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Mere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 phone number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(66111222)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31986"/>
            <a:ext cx="98298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4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item to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contact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(Gurban, 66333444)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" y="2760561"/>
            <a:ext cx="111728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6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 phone number.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41511"/>
            <a:ext cx="103536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3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contact, one by 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41511"/>
            <a:ext cx="13811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94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phone numbers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contact, one by 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1036"/>
            <a:ext cx="18192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7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items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contact, one by 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1036"/>
            <a:ext cx="36671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3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1234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Get a name from the user. If the name is in the contact, print its phone number, else print the message "phone number not found".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156736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751036"/>
            <a:ext cx="5314950" cy="8477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4024303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5" y="4609077"/>
            <a:ext cx="53721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3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10590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Write the code for the following application.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98475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94" y="1569529"/>
            <a:ext cx="4090220" cy="4972939"/>
          </a:xfrm>
          <a:prstGeom prst="rect">
            <a:avLst/>
          </a:prstGeom>
        </p:spPr>
      </p:pic>
      <p:pic>
        <p:nvPicPr>
          <p:cNvPr id="7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5" r="24172"/>
          <a:stretch/>
        </p:blipFill>
        <p:spPr>
          <a:xfrm>
            <a:off x="6289095" y="1394438"/>
            <a:ext cx="2593738" cy="5032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221888" y="655774"/>
            <a:ext cx="25341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A = {"espresso" : 25,</a:t>
            </a:r>
          </a:p>
          <a:p>
            <a:r>
              <a:rPr lang="it-IT" dirty="0"/>
              <a:t>                "latte" : 25,</a:t>
            </a:r>
          </a:p>
          <a:p>
            <a:r>
              <a:rPr lang="it-IT" dirty="0"/>
              <a:t>     "americano" : 20,</a:t>
            </a:r>
          </a:p>
          <a:p>
            <a:r>
              <a:rPr lang="it-IT" dirty="0"/>
              <a:t>      "macchiato" : 30,</a:t>
            </a:r>
          </a:p>
          <a:p>
            <a:r>
              <a:rPr lang="it-IT" dirty="0"/>
              <a:t>     "cappuccino" : 30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6733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4191</TotalTime>
  <Words>202</Words>
  <Application>Microsoft Office PowerPoint</Application>
  <PresentationFormat>Широкоэкранный</PresentationFormat>
  <Paragraphs>28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287</cp:revision>
  <dcterms:created xsi:type="dcterms:W3CDTF">2020-08-31T23:04:32Z</dcterms:created>
  <dcterms:modified xsi:type="dcterms:W3CDTF">2026-07-09T14:44:00Z</dcterms:modified>
</cp:coreProperties>
</file>