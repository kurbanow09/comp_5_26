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9" r:id="rId2"/>
    <p:sldId id="342" r:id="rId3"/>
    <p:sldId id="343" r:id="rId4"/>
    <p:sldId id="344" r:id="rId5"/>
    <p:sldId id="345" r:id="rId6"/>
    <p:sldId id="348" r:id="rId7"/>
    <p:sldId id="349" r:id="rId8"/>
    <p:sldId id="350" r:id="rId9"/>
    <p:sldId id="34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74" autoAdjust="0"/>
    <p:restoredTop sz="93554" autoAdjust="0"/>
  </p:normalViewPr>
  <p:slideViewPr>
    <p:cSldViewPr snapToGrid="0">
      <p:cViewPr varScale="1">
        <p:scale>
          <a:sx n="60" d="100"/>
          <a:sy n="60" d="100"/>
        </p:scale>
        <p:origin x="96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B3901B-3C58-48E3-8841-826C5DF4899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256FE-A72C-4942-89DB-655309DFB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351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381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FD954-4BD9-43B4-8E0E-27ABF86CC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76300-FA9F-4C2B-B351-F004F7DB2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EFF4D-D281-4B59-916F-430E3FCD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7FC65-22F9-4367-922D-24147F47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0213D-5936-4D13-8F35-16839CDC1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36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52F67-1CFE-4FFC-BBAB-25800CEAF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734DF-366E-4E37-9B9D-ACD0D7412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72553-4BE2-4F3E-B993-36A00F36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FCFA1-D253-43B7-BBB9-99D2BCCDE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7A29D-83A7-4244-A0B7-3FF72FBC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43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E3EC5-BBBC-4A14-901E-A261A0859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AEB8A-AB01-4E73-BFC1-782D48295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12820-C7D9-4DED-8237-12DA664FB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102B-6D98-40D8-93D3-C514D820E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734C4-9F1A-42AC-804D-F8843B891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8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3BC25-0284-444E-8950-B2E1F81FC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6324C-8760-4F50-9D3A-E0931D454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17134-E39E-4BE4-8EE6-2A384F6C6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228BD-BBF9-479F-A6EF-152A7201E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B435F-8CDF-459E-A46F-156DED07D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E7111-B8AE-4270-98A5-DE288EF5B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931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B1697-1B39-4198-8A0B-966E8ACB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16340-3C93-4078-8B6D-FB3ED17A5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A4787-EBC5-4EF6-9F9D-0B149FA4F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BE2854-83F3-4AEB-B103-1630E4AB5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6455DA-5F0D-4EB1-AA4C-08350E1EC9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E86614-95A2-43DC-A6DA-02CF15F9B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A8EC12-27EB-4896-AB16-3310EF102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D239F5-241F-4014-9D98-7537FD82E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78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10928-BA67-4FE4-A8B3-43BBB808C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D0E0BA-4942-45AE-AA21-D3ED827FE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B49196-8B36-4AA1-AE5F-E5AA07DEF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07284-CA75-4EE6-8C0A-F673EA3E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26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81DB3-4700-4D47-A53D-459DCA5DB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6C90A-B606-4DD7-B6A6-19DB06506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3DE00-76F9-4CA9-AF2C-DABD64B67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59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0B7B2-4019-4F4F-8488-36239C792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43730-2991-4B01-8749-907712BA4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6A3B46-816B-4DD3-9FD3-1740F6BBA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6E8A4-FB9C-4419-92AC-3834EAA71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5A5DC-D8B1-4537-9831-5A4CC1B8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C0218-6ACC-4077-9B97-CC205EB50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0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D5763-C7CF-419D-AD49-B6DF58222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D487F1-083F-4301-A424-3370FD6DE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33EE6-92B8-4F32-8215-CFCBC15A7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769DE-CF63-44B0-A974-571235A4A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E055C-A4D4-47B1-93B1-2110C7808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559E1-F94D-427E-BA9C-76FF10149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55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39EA4-C13F-42E5-A105-27B22FCBF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1FC437-CF5A-45A7-B3C1-0EA550CF0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2E18C-596E-48BA-9CA4-66B179383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64CB2-5197-4921-8AE9-7D914148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20F4F-6D76-4341-8300-27C145ED6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05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B0B56B-417D-4630-89E3-DC06FC51E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B08672-9F94-4ADF-A50F-4A506224B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5EDD1-65B9-4351-8FB7-56BDB3ABC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B33C8-F128-4119-83DF-C1FA8C551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12083-EFEE-4C32-9C24-5D0ED0790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18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E55655-6097-4D6C-8836-62D827C04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A8240-CB69-432A-9307-B3336EC90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9EB46-DFBB-473D-89C5-417A88D6C9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70447-7F61-4FE1-8090-60E4745075AE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2B524-EE07-4DBF-8FEE-7405B881F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C2CE1-A9C0-4BE7-9030-BC68C194D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97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4" y="0"/>
            <a:ext cx="11034934" cy="1026942"/>
          </a:xfrm>
        </p:spPr>
        <p:txBody>
          <a:bodyPr>
            <a:normAutofit/>
          </a:bodyPr>
          <a:lstStyle/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Print the numbers from 1 to 10.</a:t>
            </a:r>
            <a:endParaRPr lang="en-US" sz="3200" u="sng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53BB0AF-3D6D-43D5-A8CB-523CE411325C}"/>
              </a:ext>
            </a:extLst>
          </p:cNvPr>
          <p:cNvSpPr txBox="1">
            <a:spLocks/>
          </p:cNvSpPr>
          <p:nvPr/>
        </p:nvSpPr>
        <p:spPr>
          <a:xfrm>
            <a:off x="683454" y="1026942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C04957-25FC-4513-9D83-C979B5B88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996" y="1761297"/>
            <a:ext cx="514119" cy="455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471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4" y="0"/>
            <a:ext cx="11034934" cy="1026942"/>
          </a:xfrm>
        </p:spPr>
        <p:txBody>
          <a:bodyPr>
            <a:normAutofit/>
          </a:bodyPr>
          <a:lstStyle/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Print the numbers from 10 to 1.</a:t>
            </a:r>
            <a:endParaRPr lang="en-US" sz="3200" u="sng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53BB0AF-3D6D-43D5-A8CB-523CE411325C}"/>
              </a:ext>
            </a:extLst>
          </p:cNvPr>
          <p:cNvSpPr txBox="1">
            <a:spLocks/>
          </p:cNvSpPr>
          <p:nvPr/>
        </p:nvSpPr>
        <p:spPr>
          <a:xfrm>
            <a:off x="683454" y="1026942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43DAC4-DC0A-4710-9061-47338F8CF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025" y="1761297"/>
            <a:ext cx="474060" cy="455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534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4" y="0"/>
            <a:ext cx="11034934" cy="102694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Print the even numbers from 1 to 20.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53BB0AF-3D6D-43D5-A8CB-523CE411325C}"/>
              </a:ext>
            </a:extLst>
          </p:cNvPr>
          <p:cNvSpPr txBox="1">
            <a:spLocks/>
          </p:cNvSpPr>
          <p:nvPr/>
        </p:nvSpPr>
        <p:spPr>
          <a:xfrm>
            <a:off x="683454" y="1026942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7B530D-DEA2-4066-BEFE-8F8CB79D5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96" y="1761297"/>
            <a:ext cx="476250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515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4" y="0"/>
            <a:ext cx="11034934" cy="102694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Print the odd numbers from 20 to 1.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53BB0AF-3D6D-43D5-A8CB-523CE411325C}"/>
              </a:ext>
            </a:extLst>
          </p:cNvPr>
          <p:cNvSpPr txBox="1">
            <a:spLocks/>
          </p:cNvSpPr>
          <p:nvPr/>
        </p:nvSpPr>
        <p:spPr>
          <a:xfrm>
            <a:off x="683454" y="1026942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379283-EB3E-4FA6-B2E1-27266782B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11" y="1761297"/>
            <a:ext cx="495300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188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4" y="0"/>
            <a:ext cx="11034934" cy="102694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Print your name and surname 10 times.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53BB0AF-3D6D-43D5-A8CB-523CE411325C}"/>
              </a:ext>
            </a:extLst>
          </p:cNvPr>
          <p:cNvSpPr txBox="1">
            <a:spLocks/>
          </p:cNvSpPr>
          <p:nvPr/>
        </p:nvSpPr>
        <p:spPr>
          <a:xfrm>
            <a:off x="683454" y="1026942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0D5487-EE85-49A8-AEE0-A16FADADB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454" y="1761297"/>
            <a:ext cx="3133725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435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4" y="0"/>
            <a:ext cx="11034934" cy="102694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Print the square of the numbers from 1 to 10.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53BB0AF-3D6D-43D5-A8CB-523CE411325C}"/>
              </a:ext>
            </a:extLst>
          </p:cNvPr>
          <p:cNvSpPr txBox="1">
            <a:spLocks/>
          </p:cNvSpPr>
          <p:nvPr/>
        </p:nvSpPr>
        <p:spPr>
          <a:xfrm>
            <a:off x="683454" y="1026942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12127C-2AB6-43E1-AA45-6ED63E12F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714" y="1761297"/>
            <a:ext cx="4381500" cy="42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943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4" y="0"/>
            <a:ext cx="11034934" cy="102694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Print the multiplication table of  number 15.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53BB0AF-3D6D-43D5-A8CB-523CE411325C}"/>
              </a:ext>
            </a:extLst>
          </p:cNvPr>
          <p:cNvSpPr txBox="1">
            <a:spLocks/>
          </p:cNvSpPr>
          <p:nvPr/>
        </p:nvSpPr>
        <p:spPr>
          <a:xfrm>
            <a:off x="683454" y="1026942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1D1591-6F1B-420D-AD50-B22FD7CDA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463" y="1721541"/>
            <a:ext cx="2400300" cy="42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472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4" y="-1"/>
            <a:ext cx="11034934" cy="1285461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Ask a number from the user. Print the multiplication table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 the number.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53BB0AF-3D6D-43D5-A8CB-523CE411325C}"/>
              </a:ext>
            </a:extLst>
          </p:cNvPr>
          <p:cNvSpPr txBox="1">
            <a:spLocks/>
          </p:cNvSpPr>
          <p:nvPr/>
        </p:nvSpPr>
        <p:spPr>
          <a:xfrm>
            <a:off x="683454" y="1119706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42A6CB-051B-414D-BF61-1B60DA803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219" y="1750529"/>
            <a:ext cx="3429000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345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The End · Typographic design by Robin Mientjes">
            <a:extLst>
              <a:ext uri="{FF2B5EF4-FFF2-40B4-BE49-F238E27FC236}">
                <a16:creationId xmlns:a16="http://schemas.microsoft.com/office/drawing/2014/main" id="{B7CAF4A2-36AC-46D9-8EB0-C670A0CCBE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1E6243-DE06-44F6-A22F-024BD336A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379" y="1039415"/>
            <a:ext cx="8475241" cy="4779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327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2010</TotalTime>
  <Words>110</Words>
  <Application>Microsoft Office PowerPoint</Application>
  <PresentationFormat>Широкоэкранный</PresentationFormat>
  <Paragraphs>17</Paragraphs>
  <Slides>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1. Print the numbers from 1 to 10.</vt:lpstr>
      <vt:lpstr>2. Print the numbers from 10 to 1.</vt:lpstr>
      <vt:lpstr>3. Print the even numbers from 1 to 20.</vt:lpstr>
      <vt:lpstr>4. Print the odd numbers from 20 to 1.</vt:lpstr>
      <vt:lpstr>5. Print your name and surname 10 times.</vt:lpstr>
      <vt:lpstr>8. Print the square of the numbers from 1 to 10.</vt:lpstr>
      <vt:lpstr>9. Print the multiplication table of  number 15.</vt:lpstr>
      <vt:lpstr>10. Ask a number from the user. Print the multiplication table of  the number.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</dc:title>
  <dc:creator>Jahangir Ashirbayev</dc:creator>
  <cp:lastModifiedBy>User</cp:lastModifiedBy>
  <cp:revision>138</cp:revision>
  <dcterms:created xsi:type="dcterms:W3CDTF">2024-07-19T06:00:09Z</dcterms:created>
  <dcterms:modified xsi:type="dcterms:W3CDTF">2026-06-23T14:24:55Z</dcterms:modified>
</cp:coreProperties>
</file>