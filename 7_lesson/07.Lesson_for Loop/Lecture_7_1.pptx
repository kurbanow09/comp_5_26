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97" r:id="rId3"/>
    <p:sldId id="398" r:id="rId4"/>
    <p:sldId id="399" r:id="rId5"/>
    <p:sldId id="400" r:id="rId6"/>
    <p:sldId id="402" r:id="rId7"/>
    <p:sldId id="403" r:id="rId8"/>
    <p:sldId id="404" r:id="rId9"/>
    <p:sldId id="405" r:id="rId10"/>
    <p:sldId id="407" r:id="rId11"/>
    <p:sldId id="406" r:id="rId12"/>
    <p:sldId id="3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1897" autoAdjust="0"/>
  </p:normalViewPr>
  <p:slideViewPr>
    <p:cSldViewPr snapToGrid="0">
      <p:cViewPr varScale="1">
        <p:scale>
          <a:sx n="67" d="100"/>
          <a:sy n="67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76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55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81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11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09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84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12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88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3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tk-TM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18B8B-BB4D-4E19-902F-81115EA8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089" y="1245677"/>
            <a:ext cx="6845822" cy="514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D6714-5309-435E-A4F0-7FCFB45CA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138" y="1325563"/>
            <a:ext cx="8318503" cy="46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0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FD97A-118E-4033-B8FC-4683810E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225" y="1325563"/>
            <a:ext cx="9253549" cy="43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3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94252-E4DA-48EF-9FE7-7A1334A522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64"/>
          <a:stretch/>
        </p:blipFill>
        <p:spPr>
          <a:xfrm>
            <a:off x="864313" y="1443037"/>
            <a:ext cx="10463374" cy="317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75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6404D-7785-4C4B-BEB5-85FE9DDB1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65" y="1325563"/>
            <a:ext cx="8636070" cy="509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9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F5C6EE-A996-4ED4-B587-43EB42C59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8" y="2042611"/>
            <a:ext cx="5276850" cy="2245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946100-6BE8-4096-A134-8AF4C503D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37" y="3712077"/>
            <a:ext cx="2924535" cy="57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2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B764FE-C947-4619-8C16-C813343A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6" y="1797470"/>
            <a:ext cx="5215179" cy="2748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79BF7C-8984-4DF1-AFB1-322B7A947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416" y="3969252"/>
            <a:ext cx="2925643" cy="57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7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C82A2-BB61-410B-826F-9902877319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0" t="19703" r="1807" b="4235"/>
          <a:stretch/>
        </p:blipFill>
        <p:spPr>
          <a:xfrm>
            <a:off x="995362" y="1571626"/>
            <a:ext cx="10201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6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CAA19-B578-43AA-B20D-0142E082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4" y="2165215"/>
            <a:ext cx="5342280" cy="17144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1BCBC8-1C30-4EB9-97CF-D4D69692E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061" y="2116863"/>
            <a:ext cx="1419225" cy="18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249BF-2156-4071-A6CB-F29AECF80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4" y="2068513"/>
            <a:ext cx="6024561" cy="1760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53AA61-3BB1-4A35-9407-18EA4D607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562" y="2204431"/>
            <a:ext cx="1383567" cy="16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29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87790-390D-4A60-AFBC-D229B3803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2" y="2322377"/>
            <a:ext cx="5729848" cy="1106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8FEAC8-D203-4050-8761-6F10C55FD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325" y="2322377"/>
            <a:ext cx="1366838" cy="11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5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1E6243-DE06-44F6-A22F-024BD336A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979" y="887015"/>
            <a:ext cx="8475241" cy="47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32</Words>
  <Application>Microsoft Office PowerPoint</Application>
  <PresentationFormat>Widescreen</PresentationFormat>
  <Paragraphs>22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Operators</vt:lpstr>
      <vt:lpstr>Arithmetic Operators</vt:lpstr>
      <vt:lpstr>Comparison Operators</vt:lpstr>
      <vt:lpstr>Logical Operators</vt:lpstr>
      <vt:lpstr>Assignment Operators</vt:lpstr>
      <vt:lpstr>Assignment Operators</vt:lpstr>
      <vt:lpstr>Assignment Operators</vt:lpstr>
      <vt:lpstr>Membership Operators</vt:lpstr>
      <vt:lpstr>Membership Operators</vt:lpstr>
      <vt:lpstr>Membership Operators</vt:lpstr>
      <vt:lpstr>Membership Operators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151</cp:revision>
  <dcterms:created xsi:type="dcterms:W3CDTF">2024-07-19T06:00:09Z</dcterms:created>
  <dcterms:modified xsi:type="dcterms:W3CDTF">2024-10-26T19:54:30Z</dcterms:modified>
</cp:coreProperties>
</file>