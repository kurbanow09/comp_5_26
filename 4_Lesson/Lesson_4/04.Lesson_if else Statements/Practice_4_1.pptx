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4660"/>
  </p:normalViewPr>
  <p:slideViewPr>
    <p:cSldViewPr snapToGrid="0">
      <p:cViewPr varScale="1">
        <p:scale>
          <a:sx n="69" d="100"/>
          <a:sy n="69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5" y="0"/>
            <a:ext cx="10992730" cy="1325563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Ask from a user the height. If the user is taller than or equal to 170 output “You are tall”, else “You are short”.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5" y="1657154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603608" y="1657154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A9D460-2A3A-4D14-8D00-49F983CF8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56" y="2370329"/>
            <a:ext cx="5142306" cy="8166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17D851-ACBB-45E6-83E2-629D8FB03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285" y="2421503"/>
            <a:ext cx="5142306" cy="76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0950527" cy="1899138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Ask from a user the age. If the user is older than or equal to 18 output “You are eligible to vote!”, else “You are not eligible to vote yet!”.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5" y="2144845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381457" y="2144845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1B49B6-F7E5-4276-B177-41C433A65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29" y="2831430"/>
            <a:ext cx="4099560" cy="7834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F88206-44D2-4497-953A-FC392B41B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931" y="2831055"/>
            <a:ext cx="5322863" cy="78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61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-1"/>
            <a:ext cx="10922391" cy="1828801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Ask from a user the number. If the number is positive then the program outputs: “The number is positive”. But if the number is negative then the program outputs: “The number is negative”.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5" y="2506798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411656" y="2506798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FBD31F-7F7D-4863-BE26-BB8845274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64" y="3241153"/>
            <a:ext cx="4290056" cy="8679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3BE093-546F-492D-8126-CCBDFE037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656" y="3186095"/>
            <a:ext cx="4787399" cy="933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9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454" y="0"/>
            <a:ext cx="10908323" cy="1800666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Ask from a user the number. If the number is even then the program outputs: “The number is even”. But if the number is odd then the program outputs: “The number is odd”.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99303CA-3A0A-450B-B45D-07F60F7C5DEF}"/>
              </a:ext>
            </a:extLst>
          </p:cNvPr>
          <p:cNvSpPr txBox="1">
            <a:spLocks/>
          </p:cNvSpPr>
          <p:nvPr/>
        </p:nvSpPr>
        <p:spPr>
          <a:xfrm>
            <a:off x="683455" y="2198640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3BB0AF-3D6D-43D5-A8CB-523CE411325C}"/>
              </a:ext>
            </a:extLst>
          </p:cNvPr>
          <p:cNvSpPr txBox="1">
            <a:spLocks/>
          </p:cNvSpPr>
          <p:nvPr/>
        </p:nvSpPr>
        <p:spPr>
          <a:xfrm>
            <a:off x="6447027" y="2198640"/>
            <a:ext cx="1637715" cy="734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D0D395-FDA6-4B74-93CB-072686044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929" y="2860558"/>
            <a:ext cx="4144188" cy="9658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D75CBB-0B7C-4ABC-B502-2093CE7E6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130" y="2860558"/>
            <a:ext cx="4281562" cy="101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71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1579</TotalTime>
  <Words>168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1. Ask from a user the height. If the user is taller than or equal to 170 output “You are tall”, else “You are short”.</vt:lpstr>
      <vt:lpstr>2. Ask from a user the age. If the user is older than or equal to 18 output “You are eligible to vote!”, else “You are not eligible to vote yet!”.</vt:lpstr>
      <vt:lpstr>3. Ask from a user the number. If the number is positive then the program outputs: “The number is positive”. But if the number is negative then the program outputs: “The number is negative”.</vt:lpstr>
      <vt:lpstr>4. Ask from a user the number. If the number is even then the program outputs: “The number is even”. But if the number is odd then the program outputs: “The number is odd”.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Jahangir Ashyrbayev</cp:lastModifiedBy>
  <cp:revision>116</cp:revision>
  <dcterms:created xsi:type="dcterms:W3CDTF">2024-07-19T06:00:09Z</dcterms:created>
  <dcterms:modified xsi:type="dcterms:W3CDTF">2025-09-11T12:33:30Z</dcterms:modified>
</cp:coreProperties>
</file>