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0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74" autoAdjust="0"/>
    <p:restoredTop sz="94660"/>
  </p:normalViewPr>
  <p:slideViewPr>
    <p:cSldViewPr snapToGrid="0">
      <p:cViewPr varScale="1">
        <p:scale>
          <a:sx n="69" d="100"/>
          <a:sy n="69" d="100"/>
        </p:scale>
        <p:origin x="77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B3901B-3C58-48E3-8841-826C5DF4899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B256FE-A72C-4942-89DB-655309DFB5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3512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FD954-4BD9-43B4-8E0E-27ABF86CC3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576300-FA9F-4C2B-B351-F004F7DB2B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7EFF4D-D281-4B59-916F-430E3FCD8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77FC65-22F9-4367-922D-24147F473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70213D-5936-4D13-8F35-16839CDC1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836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52F67-1CFE-4FFC-BBAB-25800CEAF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3734DF-366E-4E37-9B9D-ACD0D7412F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372553-4BE2-4F3E-B993-36A00F369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8FCFA1-D253-43B7-BBB9-99D2BCCDE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B7A29D-83A7-4244-A0B7-3FF72FBC1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343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E3EC5-BBBC-4A14-901E-A261A0859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AAEB8A-AB01-4E73-BFC1-782D482957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312820-C7D9-4DED-8237-12DA664FB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A8102B-6D98-40D8-93D3-C514D820E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A734C4-9F1A-42AC-804D-F8843B891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180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3BC25-0284-444E-8950-B2E1F81FC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E6324C-8760-4F50-9D3A-E0931D4549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C17134-E39E-4BE4-8EE6-2A384F6C63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4228BD-BBF9-479F-A6EF-152A7201E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EB435F-8CDF-459E-A46F-156DED07D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0E7111-B8AE-4270-98A5-DE288EF5B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931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B1697-1B39-4198-8A0B-966E8ACB6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B16340-3C93-4078-8B6D-FB3ED17A56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5A4787-EBC5-4EF6-9F9D-0B149FA4F0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BE2854-83F3-4AEB-B103-1630E4AB5C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6455DA-5F0D-4EB1-AA4C-08350E1EC9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E86614-95A2-43DC-A6DA-02CF15F9B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A8EC12-27EB-4896-AB16-3310EF102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D239F5-241F-4014-9D98-7537FD82E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787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10928-BA67-4FE4-A8B3-43BBB808C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D0E0BA-4942-45AE-AA21-D3ED827FE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B49196-8B36-4AA1-AE5F-E5AA07DEF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307284-CA75-4EE6-8C0A-F673EA3E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526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081DB3-4700-4D47-A53D-459DCA5DB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A6C90A-B606-4DD7-B6A6-19DB06506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C3DE00-76F9-4CA9-AF2C-DABD64B67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359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0B7B2-4019-4F4F-8488-36239C792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343730-2991-4B01-8749-907712BA46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6A3B46-816B-4DD3-9FD3-1740F6BBAE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06E8A4-FB9C-4419-92AC-3834EAA71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B5A5DC-D8B1-4537-9831-5A4CC1B8E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0C0218-6ACC-4077-9B97-CC205EB50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100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D5763-C7CF-419D-AD49-B6DF58222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D487F1-083F-4301-A424-3370FD6DE6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833EE6-92B8-4F32-8215-CFCBC15A7C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7769DE-CF63-44B0-A974-571235A4A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BE055C-A4D4-47B1-93B1-2110C7808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1559E1-F94D-427E-BA9C-76FF10149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855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39EA4-C13F-42E5-A105-27B22FCBF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1FC437-CF5A-45A7-B3C1-0EA550CF01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2E18C-596E-48BA-9CA4-66B179383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864CB2-5197-4921-8AE9-7D914148E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920F4F-6D76-4341-8300-27C145ED6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605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B0B56B-417D-4630-89E3-DC06FC51EF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B08672-9F94-4ADF-A50F-4A506224BC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A5EDD1-65B9-4351-8FB7-56BDB3ABC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7B33C8-F128-4119-83DF-C1FA8C551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412083-EFEE-4C32-9C24-5D0ED0790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018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E55655-6097-4D6C-8836-62D827C04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BA8240-CB69-432A-9307-B3336EC90A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F9EB46-DFBB-473D-89C5-417A88D6C9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270447-7F61-4FE1-8090-60E4745075AE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32B524-EE07-4DBF-8FEE-7405B881F9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3C2CE1-A9C0-4BE7-9030-BC68C194D3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497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455" y="0"/>
            <a:ext cx="10880188" cy="1325563"/>
          </a:xfrm>
        </p:spPr>
        <p:txBody>
          <a:bodyPr>
            <a:normAutofit/>
          </a:bodyPr>
          <a:lstStyle/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Ask from a user two numbers. And the program outputs the minimum number.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99303CA-3A0A-450B-B45D-07F60F7C5DEF}"/>
              </a:ext>
            </a:extLst>
          </p:cNvPr>
          <p:cNvSpPr txBox="1">
            <a:spLocks/>
          </p:cNvSpPr>
          <p:nvPr/>
        </p:nvSpPr>
        <p:spPr>
          <a:xfrm>
            <a:off x="683455" y="1657154"/>
            <a:ext cx="1637715" cy="7343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4B9CCB-FBD0-4581-BFB6-A4D1A85BEE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483" y="2391509"/>
            <a:ext cx="4137074" cy="1361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149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454" y="0"/>
            <a:ext cx="10950527" cy="1325563"/>
          </a:xfrm>
        </p:spPr>
        <p:txBody>
          <a:bodyPr>
            <a:normAutofit/>
          </a:bodyPr>
          <a:lstStyle/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Ask from a user two numbers. And the program outputs the minimum number and maximum number.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99303CA-3A0A-450B-B45D-07F60F7C5DEF}"/>
              </a:ext>
            </a:extLst>
          </p:cNvPr>
          <p:cNvSpPr txBox="1">
            <a:spLocks/>
          </p:cNvSpPr>
          <p:nvPr/>
        </p:nvSpPr>
        <p:spPr>
          <a:xfrm>
            <a:off x="683455" y="1657154"/>
            <a:ext cx="1637715" cy="7343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3CBA460-5F49-424E-BD92-DBA49DDD87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031" y="2326350"/>
            <a:ext cx="4234440" cy="1835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7943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454" y="0"/>
            <a:ext cx="10922391" cy="1772530"/>
          </a:xfrm>
        </p:spPr>
        <p:txBody>
          <a:bodyPr>
            <a:normAutofit/>
          </a:bodyPr>
          <a:lstStyle/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Ask from a user two numbers. And output the division of those numbers (1-number/2-number). If the second number is equal to 0 (zero), output that number cannot be divided to 0 (zero).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99303CA-3A0A-450B-B45D-07F60F7C5DEF}"/>
              </a:ext>
            </a:extLst>
          </p:cNvPr>
          <p:cNvSpPr txBox="1">
            <a:spLocks/>
          </p:cNvSpPr>
          <p:nvPr/>
        </p:nvSpPr>
        <p:spPr>
          <a:xfrm>
            <a:off x="683455" y="2506798"/>
            <a:ext cx="1637715" cy="7343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53BB0AF-3D6D-43D5-A8CB-523CE411325C}"/>
              </a:ext>
            </a:extLst>
          </p:cNvPr>
          <p:cNvSpPr txBox="1">
            <a:spLocks/>
          </p:cNvSpPr>
          <p:nvPr/>
        </p:nvSpPr>
        <p:spPr>
          <a:xfrm>
            <a:off x="5600419" y="2506797"/>
            <a:ext cx="1637715" cy="7343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6401BA1-6FE4-4EB7-AF58-D560BCC3FB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086" y="3186094"/>
            <a:ext cx="3529317" cy="13028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33849EB-A3AE-48C4-819F-8E928F3E89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2001" y="3241153"/>
            <a:ext cx="6172200" cy="1247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97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455" y="0"/>
            <a:ext cx="10515600" cy="1016572"/>
          </a:xfrm>
        </p:spPr>
        <p:txBody>
          <a:bodyPr>
            <a:normAutofit/>
          </a:bodyPr>
          <a:lstStyle/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Remainder number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99303CA-3A0A-450B-B45D-07F60F7C5DEF}"/>
              </a:ext>
            </a:extLst>
          </p:cNvPr>
          <p:cNvSpPr txBox="1">
            <a:spLocks/>
          </p:cNvSpPr>
          <p:nvPr/>
        </p:nvSpPr>
        <p:spPr>
          <a:xfrm>
            <a:off x="683455" y="1354579"/>
            <a:ext cx="1637715" cy="7343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53BB0AF-3D6D-43D5-A8CB-523CE411325C}"/>
              </a:ext>
            </a:extLst>
          </p:cNvPr>
          <p:cNvSpPr txBox="1">
            <a:spLocks/>
          </p:cNvSpPr>
          <p:nvPr/>
        </p:nvSpPr>
        <p:spPr>
          <a:xfrm>
            <a:off x="6447027" y="1354579"/>
            <a:ext cx="1637715" cy="7343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F255E1-235F-4DB1-AD7E-304787E466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455" y="2088933"/>
            <a:ext cx="3790071" cy="13941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1CF0F89-9B1A-4B4E-A942-24D58EAC53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0987" y="2088934"/>
            <a:ext cx="3577256" cy="1729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4718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1606</TotalTime>
  <Words>94</Words>
  <Application>Microsoft Office PowerPoint</Application>
  <PresentationFormat>Widescreen</PresentationFormat>
  <Paragraphs>10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Times New Roman</vt:lpstr>
      <vt:lpstr>Office Theme</vt:lpstr>
      <vt:lpstr>1. Ask from a user two numbers. And the program outputs the minimum number.</vt:lpstr>
      <vt:lpstr>2. Ask from a user two numbers. And the program outputs the minimum number and maximum number.</vt:lpstr>
      <vt:lpstr>3. Ask from a user two numbers. And output the division of those numbers (1-number/2-number). If the second number is equal to 0 (zero), output that number cannot be divided to 0 (zero).</vt:lpstr>
      <vt:lpstr>4. Remainder number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</dc:title>
  <dc:creator>Jahangir Ashirbayev</dc:creator>
  <cp:lastModifiedBy>Jahangir Ashyrbayev</cp:lastModifiedBy>
  <cp:revision>120</cp:revision>
  <dcterms:created xsi:type="dcterms:W3CDTF">2024-07-19T06:00:09Z</dcterms:created>
  <dcterms:modified xsi:type="dcterms:W3CDTF">2025-09-11T12:33:40Z</dcterms:modified>
</cp:coreProperties>
</file>