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7" r:id="rId2"/>
    <p:sldId id="335" r:id="rId3"/>
    <p:sldId id="337" r:id="rId4"/>
    <p:sldId id="336" r:id="rId5"/>
    <p:sldId id="338" r:id="rId6"/>
    <p:sldId id="339" r:id="rId7"/>
    <p:sldId id="340" r:id="rId8"/>
    <p:sldId id="34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66FF"/>
    <a:srgbClr val="120B97"/>
    <a:srgbClr val="0099CC"/>
    <a:srgbClr val="3994C1"/>
    <a:srgbClr val="339933"/>
    <a:srgbClr val="009900"/>
    <a:srgbClr val="CC3300"/>
    <a:srgbClr val="00CC66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2" autoAdjust="0"/>
    <p:restoredTop sz="94660"/>
  </p:normalViewPr>
  <p:slideViewPr>
    <p:cSldViewPr snapToGrid="0">
      <p:cViewPr varScale="1"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38200" y="733569"/>
            <a:ext cx="10515600" cy="1150166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br>
              <a:rPr lang="en-US" sz="6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k-TM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study of secure communications techniques that allow only the sender and intended recipient of a message to view its contents. The term is derived from the Greek word </a:t>
            </a:r>
            <a:r>
              <a:rPr lang="tk-TM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kryptos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means hidden.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EC52A3-7E82-4E50-9F7E-1F6D747F99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510"/>
          <a:stretch/>
        </p:blipFill>
        <p:spPr>
          <a:xfrm>
            <a:off x="2262418" y="3051562"/>
            <a:ext cx="8859862" cy="279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8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361122" y="334905"/>
            <a:ext cx="10515600" cy="1150166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br>
              <a:rPr lang="en-US" sz="6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C085D-EC21-4D9E-9F60-320866BAF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673" y="1739888"/>
            <a:ext cx="5050186" cy="492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59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745435" y="269743"/>
            <a:ext cx="10515600" cy="74943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Caesar cryptography</a:t>
            </a:r>
            <a:br>
              <a:rPr lang="en-US" sz="6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aesar Cipher in Cryptography - GeeksforGeeks">
            <a:extLst>
              <a:ext uri="{FF2B5EF4-FFF2-40B4-BE49-F238E27FC236}">
                <a16:creationId xmlns:a16="http://schemas.microsoft.com/office/drawing/2014/main" id="{60C09701-7C09-408B-B177-2FFCF1561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818" y="2932085"/>
            <a:ext cx="6396168" cy="2675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F623B5-B142-44F4-919A-E6511068F1E2}"/>
              </a:ext>
            </a:extLst>
          </p:cNvPr>
          <p:cNvSpPr/>
          <p:nvPr/>
        </p:nvSpPr>
        <p:spPr>
          <a:xfrm>
            <a:off x="3862933" y="1683243"/>
            <a:ext cx="48259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text   =&gt;  Cipher text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633107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745435" y="269743"/>
            <a:ext cx="10515600" cy="74943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Caesar cryptography</a:t>
            </a:r>
            <a:br>
              <a:rPr lang="en-US" sz="6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CE3972-BBE6-413A-BE54-4A56AD32A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808" y="2820307"/>
            <a:ext cx="5820383" cy="24542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E85657-57FC-47FF-88D2-FD4608451796}"/>
              </a:ext>
            </a:extLst>
          </p:cNvPr>
          <p:cNvSpPr/>
          <p:nvPr/>
        </p:nvSpPr>
        <p:spPr>
          <a:xfrm>
            <a:off x="3734328" y="1583432"/>
            <a:ext cx="47233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 text  =&gt;  Plain text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040028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38200" y="282995"/>
            <a:ext cx="10515600" cy="74943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Caesar cryptography</a:t>
            </a:r>
            <a:br>
              <a:rPr lang="en-US" sz="6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11B7B-14C1-4982-AD4E-E78A2A2550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7337"/>
          <a:stretch/>
        </p:blipFill>
        <p:spPr>
          <a:xfrm>
            <a:off x="1034441" y="1454083"/>
            <a:ext cx="10436732" cy="444632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C8DD4C7-8306-4DA9-9E40-21AD4BBF8E73}"/>
              </a:ext>
            </a:extLst>
          </p:cNvPr>
          <p:cNvSpPr txBox="1">
            <a:spLocks/>
          </p:cNvSpPr>
          <p:nvPr/>
        </p:nvSpPr>
        <p:spPr>
          <a:xfrm>
            <a:off x="1034441" y="2479401"/>
            <a:ext cx="4624237" cy="3139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 text   =&gt;  Cipher text</a:t>
            </a:r>
          </a:p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 text: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Key: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 text: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DOJRULWKP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br>
              <a:rPr lang="en-US" sz="6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C7BD8B2-22A4-4DD7-A9FD-B50D08948855}"/>
              </a:ext>
            </a:extLst>
          </p:cNvPr>
          <p:cNvSpPr txBox="1">
            <a:spLocks/>
          </p:cNvSpPr>
          <p:nvPr/>
        </p:nvSpPr>
        <p:spPr>
          <a:xfrm>
            <a:off x="6846936" y="2479401"/>
            <a:ext cx="4624237" cy="3139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 text   =&gt;  Plain text</a:t>
            </a:r>
          </a:p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 text: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DOJRULWKP</a:t>
            </a:r>
          </a:p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Key: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 text: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br>
              <a:rPr lang="en-US" sz="6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865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38200" y="282995"/>
            <a:ext cx="10515600" cy="74943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Caesar cryptography</a:t>
            </a:r>
            <a:br>
              <a:rPr lang="en-US" sz="6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2F3ADA-B577-4170-8256-185C243BD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25" y="1297468"/>
            <a:ext cx="1039177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38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38200" y="282995"/>
            <a:ext cx="10515600" cy="74943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Caesar cryptography</a:t>
            </a:r>
            <a:br>
              <a:rPr lang="en-US" sz="6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7B62CC-0654-458F-BD3E-EE70CE76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62" y="1304096"/>
            <a:ext cx="6918939" cy="536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92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490329" y="736116"/>
            <a:ext cx="1507435" cy="5420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24746-0742-498C-8991-89C368BBB3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0023" y="1431235"/>
            <a:ext cx="4823791" cy="5035206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69337E1-660A-436F-AF2D-B1B4468C9463}"/>
              </a:ext>
            </a:extLst>
          </p:cNvPr>
          <p:cNvSpPr txBox="1">
            <a:spLocks/>
          </p:cNvSpPr>
          <p:nvPr/>
        </p:nvSpPr>
        <p:spPr>
          <a:xfrm>
            <a:off x="838200" y="282995"/>
            <a:ext cx="10515600" cy="542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Caesar cryptography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0128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14425</TotalTime>
  <Words>58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Cryptography Cryptography is the study of secure communications techniques that allow only the sender and intended recipient of a message to view its contents. The term is derived from the Greek word kryptos, which means hidden.</vt:lpstr>
      <vt:lpstr>Cryptography </vt:lpstr>
      <vt:lpstr>Caesar cryptography </vt:lpstr>
      <vt:lpstr>Caesar cryptography </vt:lpstr>
      <vt:lpstr>Caesar cryptography </vt:lpstr>
      <vt:lpstr>Caesar cryptography </vt:lpstr>
      <vt:lpstr>Caesar cryptography </vt:lpstr>
      <vt:lpstr>Output: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(Programmirlemäge giriş)</dc:title>
  <dc:creator>HYweOU</dc:creator>
  <cp:lastModifiedBy>HP</cp:lastModifiedBy>
  <cp:revision>673</cp:revision>
  <dcterms:created xsi:type="dcterms:W3CDTF">2020-08-31T23:04:32Z</dcterms:created>
  <dcterms:modified xsi:type="dcterms:W3CDTF">2023-05-11T01:52:44Z</dcterms:modified>
</cp:coreProperties>
</file>