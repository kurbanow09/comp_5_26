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9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4660"/>
  </p:normalViewPr>
  <p:slideViewPr>
    <p:cSldViewPr snapToGrid="0">
      <p:cViewPr varScale="1">
        <p:scale>
          <a:sx n="69" d="100"/>
          <a:sy n="69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1.Write the code for the following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5" y="1058638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34" y="1792993"/>
            <a:ext cx="6273198" cy="427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4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2.Write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for the following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5" y="1058638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34" y="1792993"/>
            <a:ext cx="6673770" cy="239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596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1185</TotalTime>
  <Words>20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1.Write the code for the following application.</vt:lpstr>
      <vt:lpstr>2.Write the code for the following application.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Jahangir Ashyrbayev</cp:lastModifiedBy>
  <cp:revision>111</cp:revision>
  <dcterms:created xsi:type="dcterms:W3CDTF">2024-07-19T06:00:09Z</dcterms:created>
  <dcterms:modified xsi:type="dcterms:W3CDTF">2025-08-24T11:43:15Z</dcterms:modified>
</cp:coreProperties>
</file>