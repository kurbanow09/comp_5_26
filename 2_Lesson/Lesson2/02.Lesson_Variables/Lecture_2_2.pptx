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93" r:id="rId3"/>
    <p:sldId id="294" r:id="rId4"/>
    <p:sldId id="295" r:id="rId5"/>
    <p:sldId id="296" r:id="rId6"/>
    <p:sldId id="297" r:id="rId7"/>
    <p:sldId id="325" r:id="rId8"/>
    <p:sldId id="326" r:id="rId9"/>
    <p:sldId id="327" r:id="rId10"/>
    <p:sldId id="329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20" r:id="rId23"/>
    <p:sldId id="321" r:id="rId24"/>
    <p:sldId id="322" r:id="rId25"/>
    <p:sldId id="32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B3901B-3C58-48E3-8841-826C5DF4899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B256FE-A72C-4942-89DB-655309DFB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3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FD954-4BD9-43B4-8E0E-27ABF86CC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76300-FA9F-4C2B-B351-F004F7DB2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EFF4D-D281-4B59-916F-430E3FCD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FC65-22F9-4367-922D-24147F47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213D-5936-4D13-8F35-16839CDC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3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52F67-1CFE-4FFC-BBAB-25800CEA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734DF-366E-4E37-9B9D-ACD0D741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2553-4BE2-4F3E-B993-36A00F36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FA1-D253-43B7-BBB9-99D2BCCDE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A29D-83A7-4244-A0B7-3FF72FBC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34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3EC5-BBBC-4A14-901E-A261A0859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AEB8A-AB01-4E73-BFC1-782D48295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12820-C7D9-4DED-8237-12DA664F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102B-6D98-40D8-93D3-C514D820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734C4-9F1A-42AC-804D-F8843B891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18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3BC25-0284-444E-8950-B2E1F81FC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324C-8760-4F50-9D3A-E0931D4549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17134-E39E-4BE4-8EE6-2A384F6C6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228BD-BBF9-479F-A6EF-152A7201E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B435F-8CDF-459E-A46F-156DED07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E7111-B8AE-4270-98A5-DE288EF5B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31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1697-1B39-4198-8A0B-966E8ACB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16340-3C93-4078-8B6D-FB3ED17A5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A4787-EBC5-4EF6-9F9D-0B149FA4F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BE2854-83F3-4AEB-B103-1630E4A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455DA-5F0D-4EB1-AA4C-08350E1EC9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E86614-95A2-43DC-A6DA-02CF15F9B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A8EC12-27EB-4896-AB16-3310EF102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D239F5-241F-4014-9D98-7537FD82E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787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0928-BA67-4FE4-A8B3-43BBB808C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0E0BA-4942-45AE-AA21-D3ED827FE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B49196-8B36-4AA1-AE5F-E5AA07DEF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7284-CA75-4EE6-8C0A-F673EA3E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526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081DB3-4700-4D47-A53D-459DCA5D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6C90A-B606-4DD7-B6A6-19DB0650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3DE00-76F9-4CA9-AF2C-DABD64B67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9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0B7B2-4019-4F4F-8488-36239C792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43730-2991-4B01-8749-907712BA4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6A3B46-816B-4DD3-9FD3-1740F6BBA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6E8A4-FB9C-4419-92AC-3834EAA7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5A5DC-D8B1-4537-9831-5A4CC1B8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C0218-6ACC-4077-9B97-CC205EB5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0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763-C7CF-419D-AD49-B6DF58222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87F1-083F-4301-A424-3370FD6D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33EE6-92B8-4F32-8215-CFCBC15A7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769DE-CF63-44B0-A974-571235A4A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E055C-A4D4-47B1-93B1-2110C7808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559E1-F94D-427E-BA9C-76FF10149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855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39EA4-C13F-42E5-A105-27B22FCBF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FC437-CF5A-45A7-B3C1-0EA550CF0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2E18C-596E-48BA-9CA4-66B179383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64CB2-5197-4921-8AE9-7D914148E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20F4F-6D76-4341-8300-27C145ED6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605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B0B56B-417D-4630-89E3-DC06FC51E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B08672-9F94-4ADF-A50F-4A506224B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5EDD1-65B9-4351-8FB7-56BDB3ABC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B33C8-F128-4119-83DF-C1FA8C55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2083-EFEE-4C32-9C24-5D0ED0790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18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E55655-6097-4D6C-8836-62D827C04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A8240-CB69-432A-9307-B3336EC90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9EB46-DFBB-473D-89C5-417A88D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70447-7F61-4FE1-8090-60E4745075AE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2B524-EE07-4DBF-8FEE-7405B881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C2CE1-A9C0-4BE7-9030-BC68C194D3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DD6F7-AF3B-4898-AFBE-B4A605E3A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97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8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B0598E-952E-4451-B8F5-5B34C6357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290" y="1361943"/>
            <a:ext cx="6893419" cy="460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4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711590" y="1325563"/>
            <a:ext cx="1084618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is like a box in the computer’s memory where you can store a single value. Variables are containers for storing data values.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75557"/>
          <a:stretch/>
        </p:blipFill>
        <p:spPr>
          <a:xfrm>
            <a:off x="4856776" y="3337918"/>
            <a:ext cx="2225227" cy="28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07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711590" y="1325563"/>
            <a:ext cx="110771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Python has no command for declaring a variable. A variable is created the moment you first assign a value to it.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67F6E-1612-4CE1-A771-10288FBB1865}"/>
              </a:ext>
            </a:extLst>
          </p:cNvPr>
          <p:cNvSpPr/>
          <p:nvPr/>
        </p:nvSpPr>
        <p:spPr>
          <a:xfrm>
            <a:off x="2406181" y="3943244"/>
            <a:ext cx="219162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=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7">
            <a:extLst>
              <a:ext uri="{FF2B5EF4-FFF2-40B4-BE49-F238E27FC236}">
                <a16:creationId xmlns:a16="http://schemas.microsoft.com/office/drawing/2014/main" id="{68DDB6FC-8CDA-445B-A436-7EF5CB1E4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390" y="2834754"/>
            <a:ext cx="3681047" cy="326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BC26D0-8535-4895-9190-4024457B98D3}"/>
              </a:ext>
            </a:extLst>
          </p:cNvPr>
          <p:cNvSpPr/>
          <p:nvPr/>
        </p:nvSpPr>
        <p:spPr>
          <a:xfrm>
            <a:off x="2041272" y="1692932"/>
            <a:ext cx="89242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  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c =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“a”</a:t>
            </a: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 =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“hello” 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DEA85-AE5B-44AD-80EE-7E61E77F5C83}"/>
              </a:ext>
            </a:extLst>
          </p:cNvPr>
          <p:cNvSpPr/>
          <p:nvPr/>
        </p:nvSpPr>
        <p:spPr>
          <a:xfrm>
            <a:off x="6334168" y="1663793"/>
            <a:ext cx="3000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948" y="3143955"/>
            <a:ext cx="9009347" cy="281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331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711590" y="1100480"/>
            <a:ext cx="110771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do not need to be declared with any particular  type, and can even change type after they have been set.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55585D-F2AF-47FA-9120-21E248A03108}"/>
              </a:ext>
            </a:extLst>
          </p:cNvPr>
          <p:cNvSpPr/>
          <p:nvPr/>
        </p:nvSpPr>
        <p:spPr>
          <a:xfrm>
            <a:off x="2575844" y="2464336"/>
            <a:ext cx="2544286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 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“a”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“hello” 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CA5E5E-07EC-436E-865B-1EF8D627F20C}"/>
              </a:ext>
            </a:extLst>
          </p:cNvPr>
          <p:cNvSpPr/>
          <p:nvPr/>
        </p:nvSpPr>
        <p:spPr>
          <a:xfrm>
            <a:off x="6864147" y="2464336"/>
            <a:ext cx="3467616" cy="38779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	  </a:t>
            </a:r>
          </a:p>
          <a:p>
            <a:pPr>
              <a:lnSpc>
                <a:spcPct val="150000"/>
              </a:lnSpc>
            </a:pPr>
            <a:r>
              <a:rPr lang="en-US" sz="320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flot</a:t>
            </a:r>
            <a:r>
              <a:rPr lang="en-US" sz="32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 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2.5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     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“a”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“hello”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848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820" y="2839703"/>
            <a:ext cx="903143" cy="7586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837" y="2252391"/>
            <a:ext cx="3799553" cy="1343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75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147" y="2286390"/>
            <a:ext cx="4535762" cy="13216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462" y="2922960"/>
            <a:ext cx="2491559" cy="59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60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1121" y="2852822"/>
            <a:ext cx="3463078" cy="66415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0" y="2286390"/>
            <a:ext cx="6803574" cy="123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60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90" y="2303856"/>
            <a:ext cx="6799103" cy="121311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0" y="4208817"/>
            <a:ext cx="9627194" cy="572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30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90" y="2138523"/>
            <a:ext cx="6775627" cy="12573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90" y="4240603"/>
            <a:ext cx="9416083" cy="50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18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5AE557-AC43-41CB-AE9F-FAEB08DFB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933" y="1488786"/>
            <a:ext cx="4852448" cy="39976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426B1F-4955-4BDC-A1C3-ECCF8E0A6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7936" y="3630965"/>
            <a:ext cx="2702797" cy="1855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04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C638A2-1823-40E9-8998-787706A4D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17" y="1610817"/>
            <a:ext cx="5086907" cy="36816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6FFB2F-065F-47A4-B789-B6255137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162" y="3664192"/>
            <a:ext cx="4136948" cy="162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4655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and Print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0F74D-8559-489A-9A52-7D27A405B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087" y="1537395"/>
            <a:ext cx="4815826" cy="3809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5D4C06-C347-4E93-BACA-8E6A267FB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412" y="3252544"/>
            <a:ext cx="2659164" cy="20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60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Rules for Python 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413063"/>
            <a:ext cx="10823918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can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alpha-numeric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characters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underscores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A-z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0-9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); 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must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underscore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character;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name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start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names are case-sensitive (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three different variables).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753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413063"/>
            <a:ext cx="10866121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create two variables: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tk-TM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tk-TM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Meret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36" y="2431618"/>
            <a:ext cx="2695575" cy="16954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6149739" y="3217147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538" y="2431618"/>
            <a:ext cx="2695575" cy="16954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845314" y="3271119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94625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035440"/>
            <a:ext cx="46778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variable names:</a:t>
            </a: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my_name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tk-TM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_my_name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tk-TM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myname2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99302-5CDA-48F6-9AC7-6581AEEDD579}"/>
              </a:ext>
            </a:extLst>
          </p:cNvPr>
          <p:cNvSpPr/>
          <p:nvPr/>
        </p:nvSpPr>
        <p:spPr>
          <a:xfrm>
            <a:off x="6336322" y="1034256"/>
            <a:ext cx="48908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variable names:</a:t>
            </a: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2myname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my-name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name = 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  <a:endParaRPr lang="tk-TM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55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Words Variable Names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413063"/>
            <a:ext cx="10823918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names with more than one word can be difficult to read. For example,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			</a:t>
            </a:r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myvariablename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tk-TM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Rejep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techniques you can use to make them more readable:</a:t>
            </a:r>
            <a:endParaRPr lang="tk-TM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</a:t>
            </a:r>
          </a:p>
          <a:p>
            <a:pPr marL="1828800" lvl="3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06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Camel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258424"/>
            <a:ext cx="108239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word, except the first, starts with a capital letter: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43B17-25B6-4424-AC8C-39EC574BE710}"/>
              </a:ext>
            </a:extLst>
          </p:cNvPr>
          <p:cNvSpPr/>
          <p:nvPr/>
        </p:nvSpPr>
        <p:spPr>
          <a:xfrm>
            <a:off x="3099405" y="2343712"/>
            <a:ext cx="51226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myVariableName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</a:p>
        </p:txBody>
      </p:sp>
      <p:pic>
        <p:nvPicPr>
          <p:cNvPr id="5" name="Рисунок 3">
            <a:extLst>
              <a:ext uri="{FF2B5EF4-FFF2-40B4-BE49-F238E27FC236}">
                <a16:creationId xmlns:a16="http://schemas.microsoft.com/office/drawing/2014/main" id="{29FE6E05-F704-4C53-BF31-47BCCCF72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6" y="3163179"/>
            <a:ext cx="4749026" cy="34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37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Pascal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258424"/>
            <a:ext cx="108239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starts with a capital letter: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43B17-25B6-4424-AC8C-39EC574BE710}"/>
              </a:ext>
            </a:extLst>
          </p:cNvPr>
          <p:cNvSpPr/>
          <p:nvPr/>
        </p:nvSpPr>
        <p:spPr>
          <a:xfrm>
            <a:off x="3099405" y="2343712"/>
            <a:ext cx="51691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MyVariableName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703FC-103A-4E4A-9566-AA6AA40A1A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99" t="37679" r="72705" b="43599"/>
          <a:stretch/>
        </p:blipFill>
        <p:spPr>
          <a:xfrm>
            <a:off x="4733256" y="3315506"/>
            <a:ext cx="2725488" cy="2733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556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Snake Case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764F3C-6EE8-47A6-AED7-5EA96017D5D5}"/>
              </a:ext>
            </a:extLst>
          </p:cNvPr>
          <p:cNvSpPr/>
          <p:nvPr/>
        </p:nvSpPr>
        <p:spPr>
          <a:xfrm>
            <a:off x="711590" y="1258424"/>
            <a:ext cx="1082391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is separated by an underscore character: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843B17-25B6-4424-AC8C-39EC574BE710}"/>
              </a:ext>
            </a:extLst>
          </p:cNvPr>
          <p:cNvSpPr/>
          <p:nvPr/>
        </p:nvSpPr>
        <p:spPr>
          <a:xfrm>
            <a:off x="2879441" y="2315576"/>
            <a:ext cx="55130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k-TM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my_variable_name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“Rejep”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945" y="3372728"/>
            <a:ext cx="4828072" cy="287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690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Variable</a:t>
            </a:r>
            <a:r>
              <a:rPr lang="en-US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tk-TM" sz="4000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398F31-7EEF-4E09-9C36-9A3A3B92BA85}"/>
              </a:ext>
            </a:extLst>
          </p:cNvPr>
          <p:cNvSpPr/>
          <p:nvPr/>
        </p:nvSpPr>
        <p:spPr>
          <a:xfrm>
            <a:off x="711590" y="1325563"/>
            <a:ext cx="11077136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ü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variable is assigned a new value, the old value is forgotten.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67F6E-1612-4CE1-A771-10288FBB1865}"/>
              </a:ext>
            </a:extLst>
          </p:cNvPr>
          <p:cNvSpPr/>
          <p:nvPr/>
        </p:nvSpPr>
        <p:spPr>
          <a:xfrm>
            <a:off x="1408228" y="3429000"/>
            <a:ext cx="4076757" cy="16547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=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“Hello”</a:t>
            </a:r>
          </a:p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 = 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“Goodbye”</a:t>
            </a:r>
          </a:p>
        </p:txBody>
      </p:sp>
      <p:pic>
        <p:nvPicPr>
          <p:cNvPr id="8" name="Рисунок 1">
            <a:extLst>
              <a:ext uri="{FF2B5EF4-FFF2-40B4-BE49-F238E27FC236}">
                <a16:creationId xmlns:a16="http://schemas.microsoft.com/office/drawing/2014/main" id="{DC0F1CB9-5DFC-4DC0-9CF4-71AC738F9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391" y="2328801"/>
            <a:ext cx="4814382" cy="404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02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BE3F3-4037-410B-A7B7-0E3E1612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484" y="2211605"/>
            <a:ext cx="4622743" cy="26837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53F9E5-2C20-4612-838B-4706A4B0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664" y="3014541"/>
            <a:ext cx="3324665" cy="10779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54" y="474602"/>
            <a:ext cx="2695575" cy="16954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643557" y="1260131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09162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41BE6-AB5B-4E00-BD89-E4AA9088B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305" y="2325856"/>
            <a:ext cx="4750284" cy="16121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B1EA3A-25DD-44D8-B912-E861C31C9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7055" y="3389345"/>
            <a:ext cx="3483952" cy="5486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54" y="474602"/>
            <a:ext cx="2695575" cy="16954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643557" y="1260131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8520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DE624F-0AD5-443E-9691-428C60A63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857" y="2217090"/>
            <a:ext cx="4314533" cy="2013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196CD6-33C4-41F4-801C-8AD91E60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072" y="3227331"/>
            <a:ext cx="3058561" cy="100320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54" y="474602"/>
            <a:ext cx="2695575" cy="16954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643557" y="1260131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2854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590" y="0"/>
            <a:ext cx="10515600" cy="1325563"/>
          </a:xfrm>
        </p:spPr>
        <p:txBody>
          <a:bodyPr>
            <a:normAutofit/>
          </a:bodyPr>
          <a:lstStyle/>
          <a:p>
            <a:r>
              <a:rPr lang="tk-TM" sz="4000" dirty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2ADCF2-183F-42E6-BE1C-0EA28F0BBF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616" y="2548620"/>
            <a:ext cx="4560455" cy="2021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CD1168-00C1-41D6-9151-ADF91FBDD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1500" y="3063716"/>
            <a:ext cx="3010193" cy="9914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8654" y="474602"/>
            <a:ext cx="2695575" cy="16954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892F685-9F6F-4979-8981-C3CE1BE0AC03}"/>
              </a:ext>
            </a:extLst>
          </p:cNvPr>
          <p:cNvSpPr txBox="1">
            <a:spLocks/>
          </p:cNvSpPr>
          <p:nvPr/>
        </p:nvSpPr>
        <p:spPr>
          <a:xfrm>
            <a:off x="8643557" y="1260131"/>
            <a:ext cx="611138" cy="6792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0896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1169</TotalTime>
  <Words>299</Words>
  <Application>Microsoft Office PowerPoint</Application>
  <PresentationFormat>Широкоэкранный</PresentationFormat>
  <Paragraphs>82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Wingdings</vt:lpstr>
      <vt:lpstr>Office Theme</vt:lpstr>
      <vt:lpstr>Variables</vt:lpstr>
      <vt:lpstr>Variables</vt:lpstr>
      <vt:lpstr>Creating Variables</vt:lpstr>
      <vt:lpstr>Creating Variables</vt:lpstr>
      <vt:lpstr>Creating Variables</vt:lpstr>
      <vt:lpstr>Creating Variables and Print</vt:lpstr>
      <vt:lpstr>Creating Variables and Print</vt:lpstr>
      <vt:lpstr>Creating Variables and Print</vt:lpstr>
      <vt:lpstr>Creating Variables and Print</vt:lpstr>
      <vt:lpstr>Creating Variables and Print</vt:lpstr>
      <vt:lpstr>Creating Variables and Print</vt:lpstr>
      <vt:lpstr>Creating Variables and Print</vt:lpstr>
      <vt:lpstr>Creating Variables and Print</vt:lpstr>
      <vt:lpstr>Rules for Python Variables</vt:lpstr>
      <vt:lpstr>Example:</vt:lpstr>
      <vt:lpstr>Example:</vt:lpstr>
      <vt:lpstr>Multi Words Variable Names</vt:lpstr>
      <vt:lpstr>Camel Case</vt:lpstr>
      <vt:lpstr>Pascal Case</vt:lpstr>
      <vt:lpstr>Snake Case</vt:lpstr>
      <vt:lpstr>Creating Variables</vt:lpstr>
      <vt:lpstr>Example:</vt:lpstr>
      <vt:lpstr>Example:</vt:lpstr>
      <vt:lpstr>Example:</vt:lpstr>
      <vt:lpstr>Example: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</dc:title>
  <dc:creator>Jahangir Ashirbayev</dc:creator>
  <cp:lastModifiedBy>Dev</cp:lastModifiedBy>
  <cp:revision>111</cp:revision>
  <dcterms:created xsi:type="dcterms:W3CDTF">2024-07-19T06:00:09Z</dcterms:created>
  <dcterms:modified xsi:type="dcterms:W3CDTF">2025-12-17T09:21:36Z</dcterms:modified>
</cp:coreProperties>
</file>