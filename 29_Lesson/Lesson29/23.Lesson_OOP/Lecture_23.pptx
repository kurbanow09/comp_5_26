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32" r:id="rId3"/>
    <p:sldId id="335" r:id="rId4"/>
    <p:sldId id="329" r:id="rId5"/>
    <p:sldId id="330" r:id="rId6"/>
    <p:sldId id="331" r:id="rId7"/>
    <p:sldId id="334" r:id="rId8"/>
    <p:sldId id="33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66FF"/>
    <a:srgbClr val="120B97"/>
    <a:srgbClr val="0099CC"/>
    <a:srgbClr val="3994C1"/>
    <a:srgbClr val="339933"/>
    <a:srgbClr val="009900"/>
    <a:srgbClr val="CC3300"/>
    <a:srgbClr val="00CC66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2853917"/>
            <a:ext cx="10515600" cy="11501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Oriented Programming)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8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900B-3A28-4549-9D8D-0E5A1AD3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43479"/>
            <a:ext cx="10515600" cy="3045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b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Oriented Programming)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450C9-BCB5-4C0A-91D7-64844AC8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70991"/>
            <a:ext cx="10515600" cy="4618659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 Instance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Initializer or Constructor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94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900B-3A28-4549-9D8D-0E5A1AD3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43479"/>
            <a:ext cx="10515600" cy="3045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b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Obýekte gönükdirilen programmirleme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450C9-BCB5-4C0A-91D7-64844AC8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574" y="1470992"/>
            <a:ext cx="11304104" cy="491655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tk-TM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tk-TM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 – de klas, obýekt düşünjesi örän möhüm. Sebäbi, OOP-däki ähli işler klas bilen baglanyşykly. Meselem, bir topar obýekt bar we olary synplandyrmaly bolsa, onda obýektleriň meňzeş aýratynlyklaryna görä, olary synplandyrmaly bolýar. </a:t>
            </a:r>
          </a:p>
          <a:p>
            <a:pPr algn="just">
              <a:lnSpc>
                <a:spcPct val="100000"/>
              </a:lnSpc>
            </a:pPr>
            <a:r>
              <a:rPr lang="tk-TM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Programmirlemekdäki klas(synp) düşünjesi hem bu ýagdaýda işlär. Ýagny, meňzeşlikleri bar bolan obýektleri bir topar edip düşnükli programma eýe bolmak;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0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2507"/>
            <a:ext cx="3569677" cy="613207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b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Surname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103555-A9BF-4FE9-86A4-59F2266FFBB3}"/>
              </a:ext>
            </a:extLst>
          </p:cNvPr>
          <p:cNvSpPr txBox="1">
            <a:spLocks/>
          </p:cNvSpPr>
          <p:nvPr/>
        </p:nvSpPr>
        <p:spPr>
          <a:xfrm>
            <a:off x="4759569" y="362507"/>
            <a:ext cx="7057293" cy="6132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Instance (Example)</a:t>
            </a:r>
            <a:b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_1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Gurbanov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anna_g@gmail.com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5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2507"/>
            <a:ext cx="3569677" cy="613207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code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103555-A9BF-4FE9-86A4-59F2266FFBB3}"/>
              </a:ext>
            </a:extLst>
          </p:cNvPr>
          <p:cNvSpPr txBox="1">
            <a:spLocks/>
          </p:cNvSpPr>
          <p:nvPr/>
        </p:nvSpPr>
        <p:spPr>
          <a:xfrm>
            <a:off x="4759569" y="362508"/>
            <a:ext cx="7057293" cy="5569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Instance (Example)</a:t>
            </a:r>
            <a:b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ct_1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ABC12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55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2507"/>
            <a:ext cx="3569677" cy="613207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Surname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103555-A9BF-4FE9-86A4-59F2266FFBB3}"/>
              </a:ext>
            </a:extLst>
          </p:cNvPr>
          <p:cNvSpPr txBox="1">
            <a:spLocks/>
          </p:cNvSpPr>
          <p:nvPr/>
        </p:nvSpPr>
        <p:spPr>
          <a:xfrm>
            <a:off x="4759569" y="362508"/>
            <a:ext cx="7057293" cy="5569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Instance (Example)</a:t>
            </a:r>
            <a:b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_1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Chary</a:t>
            </a:r>
          </a:p>
          <a:p>
            <a: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Geldiyev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6000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“IT”</a:t>
            </a: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tk-TM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1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900B-3A28-4549-9D8D-0E5A1AD3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43479"/>
            <a:ext cx="10515600" cy="3045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br>
              <a:rPr lang="en-US" sz="49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Oriented Programming)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997A0-58D0-46C0-A8CE-F4601F4B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11" y="1299643"/>
            <a:ext cx="8020050" cy="4762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5061B0-306A-484C-B4EC-F1604BC2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702" y="4492795"/>
            <a:ext cx="1742347" cy="15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43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660AC1-0148-4FD4-8FBC-0E4268BC64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517"/>
          <a:stretch/>
        </p:blipFill>
        <p:spPr>
          <a:xfrm>
            <a:off x="8066067" y="3429000"/>
            <a:ext cx="3697247" cy="3122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46CB7-D1B8-4726-AF3F-E942B7163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6" y="323850"/>
            <a:ext cx="69913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304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14407</TotalTime>
  <Words>220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OOP (Object Oriented Programming)</vt:lpstr>
      <vt:lpstr>OOP (Object Oriented Programming) </vt:lpstr>
      <vt:lpstr>OOP (Obýekte gönükdirilen programmirleme) </vt:lpstr>
      <vt:lpstr>Class Customer  Name Surname Age Email Id  </vt:lpstr>
      <vt:lpstr>Class Product  Name Stock code Price   </vt:lpstr>
      <vt:lpstr>Class Employee  Name Surname Salary Department   </vt:lpstr>
      <vt:lpstr>OOP (Object Oriented Programming)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Jahangir Ashirbayev</dc:creator>
  <cp:lastModifiedBy>Jahangir Ashyrbayev</cp:lastModifiedBy>
  <cp:revision>671</cp:revision>
  <dcterms:created xsi:type="dcterms:W3CDTF">2020-08-31T23:04:32Z</dcterms:created>
  <dcterms:modified xsi:type="dcterms:W3CDTF">2025-02-05T10:12:44Z</dcterms:modified>
</cp:coreProperties>
</file>