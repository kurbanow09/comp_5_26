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7" r:id="rId2"/>
    <p:sldId id="269" r:id="rId3"/>
    <p:sldId id="281" r:id="rId4"/>
    <p:sldId id="278" r:id="rId5"/>
    <p:sldId id="279" r:id="rId6"/>
    <p:sldId id="280" r:id="rId7"/>
    <p:sldId id="282" r:id="rId8"/>
    <p:sldId id="283" r:id="rId9"/>
    <p:sldId id="2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3554" autoAdjust="0"/>
  </p:normalViewPr>
  <p:slideViewPr>
    <p:cSldViewPr snapToGrid="0">
      <p:cViewPr varScale="1">
        <p:scale>
          <a:sx n="82" d="100"/>
          <a:sy n="82" d="100"/>
        </p:scale>
        <p:origin x="4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3" y="-1"/>
            <a:ext cx="11271985" cy="12283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</a:t>
            </a:r>
            <a:endParaRPr lang="tk-TM" sz="28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623610" y="185110"/>
            <a:ext cx="8499184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= {  101 :     {    "name" : "Perman",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"author" : "A.Govshudov",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"quantity" : 8 },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102 :     {    "name" : "Saylanan eserler",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"author" : "G.Ezizov",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"quantity" : 12 },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103 :     {    "name" : "Ykbal",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"author" : "H.Deryayev",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"quantity" : 6 },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104 :     {    "name" : "Leyli Mejnun",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"author" : "N.Andalyp",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"quantity" : 4 },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105 :     {    "name" : "Oylanma bayry",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"author" : "K.Gurbannepesov",</a:t>
            </a:r>
          </a:p>
          <a:p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"quantity" : 9 } }</a:t>
            </a:r>
            <a:endParaRPr lang="tk-TM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923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3" y="-1"/>
            <a:ext cx="11271985" cy="12283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</a:t>
            </a:r>
            <a:endParaRPr lang="tk-TM" sz="28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3" y="861121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70" y="1595476"/>
            <a:ext cx="110299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5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3" y="-1"/>
            <a:ext cx="11271985" cy="12283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</a:t>
            </a:r>
            <a:endParaRPr lang="tk-TM" sz="28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3" y="861121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70" y="1595476"/>
            <a:ext cx="375285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8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3" y="-1"/>
            <a:ext cx="11271985" cy="12283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</a:t>
            </a:r>
            <a:endParaRPr lang="tk-TM" sz="28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3" y="861121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45" y="1595476"/>
            <a:ext cx="1103947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2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3" y="-1"/>
            <a:ext cx="11271985" cy="12283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</a:t>
            </a:r>
            <a:endParaRPr lang="tk-TM" sz="28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3" y="861121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70" y="1595476"/>
            <a:ext cx="338137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469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3" y="-1"/>
            <a:ext cx="11271985" cy="12283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</a:t>
            </a:r>
            <a:endParaRPr lang="tk-TM" sz="28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3" y="861121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t="395" b="-395"/>
          <a:stretch/>
        </p:blipFill>
        <p:spPr>
          <a:xfrm>
            <a:off x="804470" y="1624051"/>
            <a:ext cx="378142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782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3" y="-1"/>
            <a:ext cx="11271985" cy="12283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</a:t>
            </a:r>
            <a:endParaRPr lang="tk-TM" sz="28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3" y="861121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70" y="1624051"/>
            <a:ext cx="1103947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706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3" y="-1"/>
            <a:ext cx="11271985" cy="12283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</a:t>
            </a:r>
            <a:endParaRPr lang="tk-TM" sz="28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3" y="861121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12" y="1595476"/>
            <a:ext cx="395287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20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3" y="-1"/>
            <a:ext cx="11271985" cy="1228300"/>
          </a:xfrm>
        </p:spPr>
        <p:txBody>
          <a:bodyPr>
            <a:norm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</a:t>
            </a:r>
            <a:endParaRPr lang="tk-TM" sz="28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3" y="861121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1076"/>
          <a:stretch/>
        </p:blipFill>
        <p:spPr>
          <a:xfrm>
            <a:off x="778712" y="1622738"/>
            <a:ext cx="3333750" cy="250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131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2225</TotalTime>
  <Words>200</Words>
  <Application>Microsoft Office PowerPoint</Application>
  <PresentationFormat>Широкоэкранный</PresentationFormat>
  <Paragraphs>36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3.</vt:lpstr>
      <vt:lpstr>3. a)</vt:lpstr>
      <vt:lpstr>3. b)</vt:lpstr>
      <vt:lpstr>3. b)</vt:lpstr>
      <vt:lpstr>3. b)</vt:lpstr>
      <vt:lpstr>3. c)</vt:lpstr>
      <vt:lpstr>3. c)</vt:lpstr>
      <vt:lpstr>3. d)</vt:lpstr>
      <vt:lpstr>3. 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Dev</cp:lastModifiedBy>
  <cp:revision>157</cp:revision>
  <dcterms:created xsi:type="dcterms:W3CDTF">2024-07-19T06:00:09Z</dcterms:created>
  <dcterms:modified xsi:type="dcterms:W3CDTF">2025-10-16T06:03:08Z</dcterms:modified>
</cp:coreProperties>
</file>