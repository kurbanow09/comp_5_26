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5" r:id="rId2"/>
    <p:sldId id="316" r:id="rId3"/>
    <p:sldId id="317" r:id="rId4"/>
    <p:sldId id="318" r:id="rId5"/>
    <p:sldId id="319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Nested Dictionary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keys: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"Meret", "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Oraz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Dictionary</a:t>
            </a:r>
            <a:endParaRPr lang="tk-TM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"Calculus", "Physics", "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Programming"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Dictionary</a:t>
            </a:r>
            <a:r>
              <a:rPr lang="tk-T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values: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212798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3783"/>
          <a:stretch/>
        </p:blipFill>
        <p:spPr>
          <a:xfrm>
            <a:off x="682485" y="3825024"/>
            <a:ext cx="9982200" cy="130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's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 grades.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77036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99" y="2355141"/>
            <a:ext cx="86391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9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Meret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's Calculus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 grade and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Oraz's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Physics exam grade.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77036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36" y="2329383"/>
            <a:ext cx="596132" cy="99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4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Write the code for the following application.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868840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36" y="1392060"/>
            <a:ext cx="7365939" cy="10918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88479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5066271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36" y="3406108"/>
            <a:ext cx="6348508" cy="13900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36" y="5589491"/>
            <a:ext cx="3965916" cy="69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31396"/>
            <a:ext cx="110590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Write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554616"/>
            <a:ext cx="16962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6493951" y="747636"/>
            <a:ext cx="53704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f-ZA" dirty="0" smtClean="0"/>
              <a:t>            A </a:t>
            </a:r>
            <a:r>
              <a:rPr lang="af-ZA" dirty="0"/>
              <a:t>= {  "espresso" : {"price" : 25, "quantity" : 50},</a:t>
            </a:r>
          </a:p>
          <a:p>
            <a:r>
              <a:rPr lang="af-ZA" dirty="0"/>
              <a:t>                              "latte" : {"price" : 25, "quantity" : 50},</a:t>
            </a:r>
          </a:p>
          <a:p>
            <a:r>
              <a:rPr lang="af-ZA" dirty="0"/>
              <a:t>                    "americano" : {"price" : 20, "quantity" : 50},</a:t>
            </a:r>
          </a:p>
          <a:p>
            <a:r>
              <a:rPr lang="af-ZA" dirty="0"/>
              <a:t>                    "macchiato" : {"price" : 30, "quantity" : 50},</a:t>
            </a:r>
          </a:p>
          <a:p>
            <a:r>
              <a:rPr lang="af-ZA" dirty="0"/>
              <a:t>                  "cappuccino" : {"price" : 30, "quantity" : 50} }</a:t>
            </a:r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025"/>
          <a:stretch/>
        </p:blipFill>
        <p:spPr>
          <a:xfrm>
            <a:off x="687661" y="1016281"/>
            <a:ext cx="3808658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0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31396"/>
            <a:ext cx="110590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application.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554616"/>
            <a:ext cx="16962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61" y="1016281"/>
            <a:ext cx="3295650" cy="55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65960" y="746812"/>
            <a:ext cx="41298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f-ZA" sz="1400" dirty="0"/>
              <a:t>A = { "Turkmenistan": { "Capital": "Ashgabat",</a:t>
            </a:r>
          </a:p>
          <a:p>
            <a:r>
              <a:rPr lang="af-ZA" sz="1400" dirty="0"/>
              <a:t>                                       "Currency": "Manat (TMT)",</a:t>
            </a:r>
          </a:p>
          <a:p>
            <a:r>
              <a:rPr lang="af-ZA" sz="1400" dirty="0"/>
              <a:t>                                       "Language": "Turkmen",</a:t>
            </a:r>
          </a:p>
          <a:p>
            <a:r>
              <a:rPr lang="af-ZA" sz="1400" dirty="0"/>
              <a:t>                                       "Population": "7 million" },</a:t>
            </a:r>
          </a:p>
          <a:p>
            <a:r>
              <a:rPr lang="af-ZA" sz="1400" dirty="0"/>
              <a:t>     </a:t>
            </a:r>
          </a:p>
          <a:p>
            <a:r>
              <a:rPr lang="af-ZA" sz="1400" dirty="0"/>
              <a:t>         "Uzbekistan":     { "Capital": "Tashkent",</a:t>
            </a:r>
          </a:p>
          <a:p>
            <a:r>
              <a:rPr lang="af-ZA" sz="1400" dirty="0"/>
              <a:t>                                       "Currency": "Som (UZS)",</a:t>
            </a:r>
          </a:p>
          <a:p>
            <a:r>
              <a:rPr lang="af-ZA" sz="1400" dirty="0"/>
              <a:t>                                       "Language": "Uzbek",</a:t>
            </a:r>
          </a:p>
          <a:p>
            <a:r>
              <a:rPr lang="af-ZA" sz="1400" dirty="0"/>
              <a:t>                                       "Population": "37 million" },</a:t>
            </a:r>
          </a:p>
          <a:p>
            <a:endParaRPr lang="af-ZA" sz="1400" dirty="0"/>
          </a:p>
          <a:p>
            <a:r>
              <a:rPr lang="af-ZA" sz="1400" dirty="0"/>
              <a:t>         "Kazakhstan":     { "Capital": "Astana",</a:t>
            </a:r>
          </a:p>
          <a:p>
            <a:r>
              <a:rPr lang="af-ZA" sz="1400" dirty="0"/>
              <a:t>                                       "Currency": "Tenge (KZT)",</a:t>
            </a:r>
          </a:p>
          <a:p>
            <a:r>
              <a:rPr lang="af-ZA" sz="1400" dirty="0"/>
              <a:t>                                       "Language": "Kazakh",</a:t>
            </a:r>
          </a:p>
          <a:p>
            <a:r>
              <a:rPr lang="af-ZA" sz="1400" dirty="0"/>
              <a:t>                                       "Population": "20 million" },</a:t>
            </a:r>
          </a:p>
          <a:p>
            <a:endParaRPr lang="af-ZA" sz="1400" dirty="0"/>
          </a:p>
          <a:p>
            <a:r>
              <a:rPr lang="af-ZA" sz="1400" dirty="0"/>
              <a:t>         "Kyrgyzstan":     { "Capital": "Bishkek",</a:t>
            </a:r>
          </a:p>
          <a:p>
            <a:r>
              <a:rPr lang="af-ZA" sz="1400" dirty="0"/>
              <a:t>                                       "Currency": "Som (KGS)",</a:t>
            </a:r>
          </a:p>
          <a:p>
            <a:r>
              <a:rPr lang="af-ZA" sz="1400" dirty="0"/>
              <a:t>                                       "Language": "Kyrgyz",</a:t>
            </a:r>
          </a:p>
          <a:p>
            <a:r>
              <a:rPr lang="af-ZA" sz="1400" dirty="0"/>
              <a:t>                                       "Population": "7 million" },</a:t>
            </a:r>
          </a:p>
          <a:p>
            <a:endParaRPr lang="af-ZA" sz="1400" dirty="0"/>
          </a:p>
          <a:p>
            <a:r>
              <a:rPr lang="af-ZA" sz="1400" dirty="0"/>
              <a:t>          "Tajikistan":      { "Capital": "Dushanbe",</a:t>
            </a:r>
          </a:p>
          <a:p>
            <a:r>
              <a:rPr lang="af-ZA" sz="1400" dirty="0"/>
              <a:t>                                       "Currency": "Somoni (TJS)",</a:t>
            </a:r>
          </a:p>
          <a:p>
            <a:r>
              <a:rPr lang="af-ZA" sz="1400" dirty="0"/>
              <a:t>                                       "Language": "Tajik",</a:t>
            </a:r>
          </a:p>
          <a:p>
            <a:r>
              <a:rPr lang="af-ZA" sz="1400" dirty="0"/>
              <a:t>                                       "Population": "10 million"  } 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1153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4241</TotalTime>
  <Words>379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289</cp:revision>
  <dcterms:created xsi:type="dcterms:W3CDTF">2020-08-31T23:04:32Z</dcterms:created>
  <dcterms:modified xsi:type="dcterms:W3CDTF">2025-11-22T23:24:44Z</dcterms:modified>
</cp:coreProperties>
</file>