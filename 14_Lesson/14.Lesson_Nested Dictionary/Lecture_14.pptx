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82" r:id="rId3"/>
    <p:sldId id="405" r:id="rId4"/>
    <p:sldId id="483" r:id="rId5"/>
    <p:sldId id="496" r:id="rId6"/>
    <p:sldId id="484" r:id="rId7"/>
    <p:sldId id="485" r:id="rId8"/>
    <p:sldId id="486" r:id="rId9"/>
    <p:sldId id="487" r:id="rId10"/>
    <p:sldId id="489" r:id="rId11"/>
    <p:sldId id="488" r:id="rId12"/>
    <p:sldId id="490" r:id="rId13"/>
    <p:sldId id="491" r:id="rId14"/>
    <p:sldId id="492" r:id="rId15"/>
    <p:sldId id="493" r:id="rId16"/>
    <p:sldId id="4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1897" autoAdjust="0"/>
  </p:normalViewPr>
  <p:slideViewPr>
    <p:cSldViewPr snapToGrid="0">
      <p:cViewPr varScale="1">
        <p:scale>
          <a:sx n="68" d="100"/>
          <a:sy n="68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3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27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5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Dictionary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511984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5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5F6E1CE-6B2E-476F-96E5-9543C98398D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7184" y="1181686"/>
          <a:ext cx="11147474" cy="51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327">
                  <a:extLst>
                    <a:ext uri="{9D8B030D-6E8A-4147-A177-3AD203B41FA5}">
                      <a16:colId xmlns:a16="http://schemas.microsoft.com/office/drawing/2014/main" val="3966248109"/>
                    </a:ext>
                  </a:extLst>
                </a:gridCol>
                <a:gridCol w="8016147">
                  <a:extLst>
                    <a:ext uri="{9D8B030D-6E8A-4147-A177-3AD203B41FA5}">
                      <a16:colId xmlns:a16="http://schemas.microsoft.com/office/drawing/2014/main" val="1453455411"/>
                    </a:ext>
                  </a:extLst>
                </a:gridCol>
              </a:tblGrid>
              <a:tr h="72470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294385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  5,  94,  -30,  -24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25152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0.5,  1.25,  3.14,  -4.5,  -2.7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4437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“hello”,  “4 cats”,  “a”,  “aa”, “7”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38980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tk-TM" sz="3600" b="1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tk-TM" sz="3600" b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True, False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[“Rejep”, “</a:t>
                      </a:r>
                      <a:r>
                        <a:rPr lang="tk-TM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Meret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”,</a:t>
                      </a:r>
                      <a:r>
                        <a:rPr lang="en-US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“Oraz”, “Gurban”]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{“</a:t>
                      </a:r>
                      <a:r>
                        <a:rPr lang="en-US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 : “</a:t>
                      </a:r>
                      <a:r>
                        <a:rPr lang="tk-TM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kitap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”, “</a:t>
                      </a:r>
                      <a:r>
                        <a:rPr lang="en-US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 : “</a:t>
                      </a:r>
                      <a:r>
                        <a:rPr lang="tk-TM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okamak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”}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18978" y="5584874"/>
            <a:ext cx="11127545" cy="618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18978" y="5584874"/>
            <a:ext cx="11127545" cy="618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8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Nested Dictionary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23526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dictionary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dictionary within another dictionary. It's a powerful data structure for organizing complex, hierarchical data.</a:t>
            </a:r>
          </a:p>
        </p:txBody>
      </p:sp>
    </p:spTree>
    <p:extLst>
      <p:ext uri="{BB962C8B-B14F-4D97-AF65-F5344CB8AC3E}">
        <p14:creationId xmlns:p14="http://schemas.microsoft.com/office/powerpoint/2010/main" val="186419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361944"/>
            <a:ext cx="5562602" cy="234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6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825817"/>
            <a:ext cx="4457700" cy="55721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942534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32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842" y="942535"/>
            <a:ext cx="2591025" cy="50296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586" y="1086999"/>
            <a:ext cx="3878876" cy="471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6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Dictionary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61943"/>
            <a:ext cx="10515601" cy="235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8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Dictionary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361942"/>
            <a:ext cx="8281799" cy="155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0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Nested Dictionary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361942"/>
            <a:ext cx="9653450" cy="485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4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7092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Nested Dictionary 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939752"/>
            <a:ext cx="8705823" cy="527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4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7092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Items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5732147"/>
            <a:ext cx="8239125" cy="390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6" y="939752"/>
            <a:ext cx="7419539" cy="44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7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7092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Items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939752"/>
            <a:ext cx="7419539" cy="47914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424" y="5045192"/>
            <a:ext cx="1662186" cy="79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3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7092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Nested Dictionaries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939752"/>
            <a:ext cx="7465273" cy="47914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561" y="5043056"/>
            <a:ext cx="1165445" cy="137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0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7092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Nested Dictionaries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939752"/>
            <a:ext cx="7437417" cy="47914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352" y="5516965"/>
            <a:ext cx="824865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9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7092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Nested Dictionaries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959252"/>
            <a:ext cx="7451663" cy="47719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284" y="5573236"/>
            <a:ext cx="8301481" cy="95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9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7092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Nested Dictionaries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959252"/>
            <a:ext cx="7568622" cy="55673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766" y="959252"/>
            <a:ext cx="34099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7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942534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32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74" y="942535"/>
            <a:ext cx="95535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6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2702</TotalTime>
  <Words>124</Words>
  <Application>Microsoft Office PowerPoint</Application>
  <PresentationFormat>Widescreen</PresentationFormat>
  <Paragraphs>34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Nested Dictionary</vt:lpstr>
      <vt:lpstr>Data Types</vt:lpstr>
      <vt:lpstr>What is the Nested Dictionary?</vt:lpstr>
      <vt:lpstr>Dictionary</vt:lpstr>
      <vt:lpstr>Example:</vt:lpstr>
      <vt:lpstr>Nested Dictionary</vt:lpstr>
      <vt:lpstr>Create Dictionary</vt:lpstr>
      <vt:lpstr>Create Nested Dictionary</vt:lpstr>
      <vt:lpstr>Print Nested Dictionary </vt:lpstr>
      <vt:lpstr>Accessing Items</vt:lpstr>
      <vt:lpstr>Accessing Items</vt:lpstr>
      <vt:lpstr>Loop Through Nested Dictionaries</vt:lpstr>
      <vt:lpstr>Loop Through Nested Dictionaries</vt:lpstr>
      <vt:lpstr>Loop Through Nested Dictionaries</vt:lpstr>
      <vt:lpstr>Loop Through Nested Dictionaries</vt:lpstr>
      <vt:lpstr>Example: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224</cp:revision>
  <dcterms:created xsi:type="dcterms:W3CDTF">2024-07-19T06:00:09Z</dcterms:created>
  <dcterms:modified xsi:type="dcterms:W3CDTF">2025-11-22T04:35:59Z</dcterms:modified>
</cp:coreProperties>
</file>