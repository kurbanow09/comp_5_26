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69" r:id="rId2"/>
    <p:sldId id="270" r:id="rId3"/>
    <p:sldId id="271" r:id="rId4"/>
    <p:sldId id="272" r:id="rId5"/>
    <p:sldId id="273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74" autoAdjust="0"/>
    <p:restoredTop sz="93554" autoAdjust="0"/>
  </p:normalViewPr>
  <p:slideViewPr>
    <p:cSldViewPr snapToGrid="0">
      <p:cViewPr varScale="1">
        <p:scale>
          <a:sx n="68" d="100"/>
          <a:sy n="68" d="100"/>
        </p:scale>
        <p:origin x="81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B3901B-3C58-48E3-8841-826C5DF48994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B256FE-A72C-4942-89DB-655309DFB5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93512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CFD954-4BD9-43B4-8E0E-27ABF86CC3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576300-FA9F-4C2B-B351-F004F7DB2B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7EFF4D-D281-4B59-916F-430E3FCD83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0447-7F61-4FE1-8090-60E4745075AE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77FC65-22F9-4367-922D-24147F473A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70213D-5936-4D13-8F35-16839CDC1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DD6F7-AF3B-4898-AFBE-B4A605E3A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8363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252F67-1CFE-4FFC-BBAB-25800CEAF7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3734DF-366E-4E37-9B9D-ACD0D7412F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372553-4BE2-4F3E-B993-36A00F369D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0447-7F61-4FE1-8090-60E4745075AE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8FCFA1-D253-43B7-BBB9-99D2BCCDE3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B7A29D-83A7-4244-A0B7-3FF72FBC17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DD6F7-AF3B-4898-AFBE-B4A605E3A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93434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7E3EC5-BBBC-4A14-901E-A261A08594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AAEB8A-AB01-4E73-BFC1-782D482957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312820-C7D9-4DED-8237-12DA664FB1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0447-7F61-4FE1-8090-60E4745075AE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A8102B-6D98-40D8-93D3-C514D820E8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A734C4-9F1A-42AC-804D-F8843B891C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DD6F7-AF3B-4898-AFBE-B4A605E3A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31808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C3BC25-0284-444E-8950-B2E1F81FC4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E6324C-8760-4F50-9D3A-E0931D4549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C17134-E39E-4BE4-8EE6-2A384F6C63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4228BD-BBF9-479F-A6EF-152A7201E4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0447-7F61-4FE1-8090-60E4745075AE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EB435F-8CDF-459E-A46F-156DED07D7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0E7111-B8AE-4270-98A5-DE288EF5BE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DD6F7-AF3B-4898-AFBE-B4A605E3A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9319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4B1697-1B39-4198-8A0B-966E8ACB6B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B16340-3C93-4078-8B6D-FB3ED17A56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5A4787-EBC5-4EF6-9F9D-0B149FA4F0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1BE2854-83F3-4AEB-B103-1630E4AB5C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66455DA-5F0D-4EB1-AA4C-08350E1EC98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E86614-95A2-43DC-A6DA-02CF15F9B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0447-7F61-4FE1-8090-60E4745075AE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0A8EC12-27EB-4896-AB16-3310EF1023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FD239F5-241F-4014-9D98-7537FD82EB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DD6F7-AF3B-4898-AFBE-B4A605E3A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97872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910928-BA67-4FE4-A8B3-43BBB808C1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AD0E0BA-4942-45AE-AA21-D3ED827FE0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0447-7F61-4FE1-8090-60E4745075AE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B49196-8B36-4AA1-AE5F-E5AA07DEFD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307284-CA75-4EE6-8C0A-F673EA3E4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DD6F7-AF3B-4898-AFBE-B4A605E3A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45262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081DB3-4700-4D47-A53D-459DCA5DB4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0447-7F61-4FE1-8090-60E4745075AE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A6C90A-B606-4DD7-B6A6-19DB065066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C3DE00-76F9-4CA9-AF2C-DABD64B672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DD6F7-AF3B-4898-AFBE-B4A605E3A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93590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B0B7B2-4019-4F4F-8488-36239C7924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343730-2991-4B01-8749-907712BA46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6A3B46-816B-4DD3-9FD3-1740F6BBAE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06E8A4-FB9C-4419-92AC-3834EAA714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0447-7F61-4FE1-8090-60E4745075AE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B5A5DC-D8B1-4537-9831-5A4CC1B8E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0C0218-6ACC-4077-9B97-CC205EB50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DD6F7-AF3B-4898-AFBE-B4A605E3A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91004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AD5763-C7CF-419D-AD49-B6DF582227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9D487F1-083F-4301-A424-3370FD6DE6D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833EE6-92B8-4F32-8215-CFCBC15A7C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7769DE-CF63-44B0-A974-571235A4AD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0447-7F61-4FE1-8090-60E4745075AE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BE055C-A4D4-47B1-93B1-2110C7808B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1559E1-F94D-427E-BA9C-76FF10149E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DD6F7-AF3B-4898-AFBE-B4A605E3A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78559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339EA4-C13F-42E5-A105-27B22FCBFE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1FC437-CF5A-45A7-B3C1-0EA550CF01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D2E18C-596E-48BA-9CA4-66B179383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0447-7F61-4FE1-8090-60E4745075AE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864CB2-5197-4921-8AE9-7D914148E8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920F4F-6D76-4341-8300-27C145ED67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DD6F7-AF3B-4898-AFBE-B4A605E3A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36050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B0B56B-417D-4630-89E3-DC06FC51EF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CB08672-9F94-4ADF-A50F-4A506224BC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A5EDD1-65B9-4351-8FB7-56BDB3ABC5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0447-7F61-4FE1-8090-60E4745075AE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7B33C8-F128-4119-83DF-C1FA8C5510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412083-EFEE-4C32-9C24-5D0ED0790D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DD6F7-AF3B-4898-AFBE-B4A605E3A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0184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0E55655-6097-4D6C-8836-62D827C049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BA8240-CB69-432A-9307-B3336EC90A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F9EB46-DFBB-473D-89C5-417A88D6C9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270447-7F61-4FE1-8090-60E4745075AE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32B524-EE07-4DBF-8FEE-7405B881F9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3C2CE1-A9C0-4BE7-9030-BC68C194D3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0DD6F7-AF3B-4898-AFBE-B4A605E3A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64979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2F685-9F6F-4979-8981-C3CE1BE0A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453" y="-1"/>
            <a:ext cx="11271985" cy="1228300"/>
          </a:xfrm>
        </p:spPr>
        <p:txBody>
          <a:bodyPr>
            <a:normAutofit/>
          </a:bodyPr>
          <a:lstStyle/>
          <a:p>
            <a:pPr lvl="0"/>
            <a:r>
              <a:rPr lang="en-US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1. </a:t>
            </a:r>
            <a:r>
              <a:rPr lang="en-US" sz="28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a)</a:t>
            </a:r>
            <a:endParaRPr lang="tk-TM" sz="2800" u="sng" dirty="0">
              <a:solidFill>
                <a:srgbClr val="FF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B53BB0AF-3D6D-43D5-A8CB-523CE411325C}"/>
              </a:ext>
            </a:extLst>
          </p:cNvPr>
          <p:cNvSpPr txBox="1">
            <a:spLocks/>
          </p:cNvSpPr>
          <p:nvPr/>
        </p:nvSpPr>
        <p:spPr>
          <a:xfrm>
            <a:off x="683453" y="999279"/>
            <a:ext cx="1637715" cy="7343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u="sng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r>
              <a:rPr lang="en-US" sz="2800" b="1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9A37785-7C8D-F145-D15C-3D6C5EA744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341" y="1733634"/>
            <a:ext cx="5665976" cy="456869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1E90CF7-59B9-522D-0EAE-0C2CF3A7F8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6104" y="3343573"/>
            <a:ext cx="6109334" cy="674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9956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2F685-9F6F-4979-8981-C3CE1BE0A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453" y="-1"/>
            <a:ext cx="11271985" cy="1228300"/>
          </a:xfrm>
        </p:spPr>
        <p:txBody>
          <a:bodyPr>
            <a:normAutofit/>
          </a:bodyPr>
          <a:lstStyle/>
          <a:p>
            <a:pPr lvl="0"/>
            <a:r>
              <a:rPr lang="en-US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1. </a:t>
            </a:r>
            <a:r>
              <a:rPr lang="en-US" sz="28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b)</a:t>
            </a:r>
            <a:endParaRPr lang="tk-TM" sz="2800" u="sng" dirty="0">
              <a:solidFill>
                <a:srgbClr val="FF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B53BB0AF-3D6D-43D5-A8CB-523CE411325C}"/>
              </a:ext>
            </a:extLst>
          </p:cNvPr>
          <p:cNvSpPr txBox="1">
            <a:spLocks/>
          </p:cNvSpPr>
          <p:nvPr/>
        </p:nvSpPr>
        <p:spPr>
          <a:xfrm>
            <a:off x="683453" y="999279"/>
            <a:ext cx="1637715" cy="7343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u="sng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r>
              <a:rPr lang="en-US" sz="2800" b="1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C1ACC9B-B986-E13A-38A4-3E9FA5DEBA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341" y="1733634"/>
            <a:ext cx="8683284" cy="324189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CD0E40F-A9EC-9BCA-ADBE-7AC8B754E2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1018" y="5236869"/>
            <a:ext cx="8209964" cy="1243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33063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2F685-9F6F-4979-8981-C3CE1BE0A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453" y="-1"/>
            <a:ext cx="11271985" cy="1228300"/>
          </a:xfrm>
        </p:spPr>
        <p:txBody>
          <a:bodyPr>
            <a:normAutofit/>
          </a:bodyPr>
          <a:lstStyle/>
          <a:p>
            <a:pPr lvl="0"/>
            <a:r>
              <a:rPr lang="en-US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1. </a:t>
            </a:r>
            <a:r>
              <a:rPr lang="en-US" sz="28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c)</a:t>
            </a:r>
            <a:endParaRPr lang="tk-TM" sz="2800" u="sng" dirty="0">
              <a:solidFill>
                <a:srgbClr val="FF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B53BB0AF-3D6D-43D5-A8CB-523CE411325C}"/>
              </a:ext>
            </a:extLst>
          </p:cNvPr>
          <p:cNvSpPr txBox="1">
            <a:spLocks/>
          </p:cNvSpPr>
          <p:nvPr/>
        </p:nvSpPr>
        <p:spPr>
          <a:xfrm>
            <a:off x="683453" y="999279"/>
            <a:ext cx="1637715" cy="7343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u="sng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r>
              <a:rPr lang="en-US" sz="2800" b="1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F9B7D95-1BEC-6725-40CD-627F230197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340" y="1733634"/>
            <a:ext cx="5828951" cy="311972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F69C560-BF3B-D3EF-587A-2FE97081F6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7737" y="5165261"/>
            <a:ext cx="10296525" cy="1057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23690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2F685-9F6F-4979-8981-C3CE1BE0A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453" y="-1"/>
            <a:ext cx="11271985" cy="1228300"/>
          </a:xfrm>
        </p:spPr>
        <p:txBody>
          <a:bodyPr>
            <a:normAutofit/>
          </a:bodyPr>
          <a:lstStyle/>
          <a:p>
            <a:pPr lvl="0"/>
            <a:r>
              <a:rPr lang="en-US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4. </a:t>
            </a:r>
            <a:r>
              <a:rPr lang="en-US" sz="28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d)</a:t>
            </a:r>
            <a:endParaRPr lang="tk-TM" sz="2800" u="sng" dirty="0">
              <a:solidFill>
                <a:srgbClr val="FF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B53BB0AF-3D6D-43D5-A8CB-523CE411325C}"/>
              </a:ext>
            </a:extLst>
          </p:cNvPr>
          <p:cNvSpPr txBox="1">
            <a:spLocks/>
          </p:cNvSpPr>
          <p:nvPr/>
        </p:nvSpPr>
        <p:spPr>
          <a:xfrm>
            <a:off x="683453" y="999279"/>
            <a:ext cx="1637715" cy="7343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u="sng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r>
              <a:rPr lang="en-US" sz="2800" b="1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C1F052F-1C62-A8B8-22AA-A22B482236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340" y="1733634"/>
            <a:ext cx="5832686" cy="2838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96349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2F685-9F6F-4979-8981-C3CE1BE0A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453" y="-1"/>
            <a:ext cx="11271985" cy="1228300"/>
          </a:xfrm>
        </p:spPr>
        <p:txBody>
          <a:bodyPr>
            <a:normAutofit/>
          </a:bodyPr>
          <a:lstStyle/>
          <a:p>
            <a:pPr lvl="0"/>
            <a:r>
              <a:rPr lang="en-US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5. </a:t>
            </a:r>
            <a:r>
              <a:rPr lang="en-US" sz="28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e)</a:t>
            </a:r>
            <a:endParaRPr lang="tk-TM" sz="2800" u="sng" dirty="0">
              <a:solidFill>
                <a:srgbClr val="FF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B53BB0AF-3D6D-43D5-A8CB-523CE411325C}"/>
              </a:ext>
            </a:extLst>
          </p:cNvPr>
          <p:cNvSpPr txBox="1">
            <a:spLocks/>
          </p:cNvSpPr>
          <p:nvPr/>
        </p:nvSpPr>
        <p:spPr>
          <a:xfrm>
            <a:off x="683453" y="999279"/>
            <a:ext cx="1637715" cy="7343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u="sng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r>
              <a:rPr lang="en-US" sz="2800" b="1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2348365-41CA-6A52-2888-3C6C0BB1AA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340" y="1846176"/>
            <a:ext cx="5778339" cy="2725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87790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2150</TotalTime>
  <Words>30</Words>
  <Application>Microsoft Office PowerPoint</Application>
  <PresentationFormat>Widescreen</PresentationFormat>
  <Paragraphs>10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Times New Roman</vt:lpstr>
      <vt:lpstr>Office Theme</vt:lpstr>
      <vt:lpstr>1. a)</vt:lpstr>
      <vt:lpstr>1. b)</vt:lpstr>
      <vt:lpstr>1. c)</vt:lpstr>
      <vt:lpstr>4. d)</vt:lpstr>
      <vt:lpstr>5. e)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Programming</dc:title>
  <dc:creator>Jahangir Ashirbayev</dc:creator>
  <cp:lastModifiedBy>Jahangir Ashyrbayev</cp:lastModifiedBy>
  <cp:revision>149</cp:revision>
  <dcterms:created xsi:type="dcterms:W3CDTF">2024-07-19T06:00:09Z</dcterms:created>
  <dcterms:modified xsi:type="dcterms:W3CDTF">2025-04-30T07:47:31Z</dcterms:modified>
</cp:coreProperties>
</file>