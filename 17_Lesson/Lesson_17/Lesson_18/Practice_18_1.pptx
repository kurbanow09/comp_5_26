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4" r:id="rId2"/>
    <p:sldId id="32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3300"/>
    <a:srgbClr val="0099FF"/>
    <a:srgbClr val="3399FF"/>
    <a:srgbClr val="B40404"/>
    <a:srgbClr val="0033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38" autoAdjust="0"/>
    <p:restoredTop sz="94660"/>
  </p:normalViewPr>
  <p:slideViewPr>
    <p:cSldViewPr snapToGrid="0">
      <p:cViewPr varScale="1">
        <p:scale>
          <a:sx n="72" d="100"/>
          <a:sy n="72" d="100"/>
        </p:scale>
        <p:origin x="58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70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0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58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27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17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8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0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7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4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96108-A747-4342-85D4-78B7613F4C06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73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</a:p>
          <a:p>
            <a:pPr marL="971550" lvl="1" indent="-514350">
              <a:buFont typeface="+mj-lt"/>
              <a:buAutoNum type="alphaLcParenR"/>
            </a:pPr>
            <a:r>
              <a:rPr lang="tk-TM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0 - 1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aralykdan random bitin däl </a:t>
            </a:r>
            <a:r>
              <a:rPr lang="tk-TM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(float)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 almaly we print etmeli.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tk-TM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18 - 81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aralykdan random, bitin däl </a:t>
            </a:r>
            <a:r>
              <a:rPr lang="tk-TM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(float)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 almaly we print etmeli.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lphaLcParenR"/>
            </a:pPr>
            <a:r>
              <a:rPr lang="tk-TM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19 - 94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aralykdan random, bitin</a:t>
            </a:r>
            <a:r>
              <a:rPr lang="tk-TM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(integer)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 almaly we print etmeli.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20AE16-4276-4669-AD0F-55B6D4D89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0497" y="3816625"/>
            <a:ext cx="2131503" cy="30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4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 sany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 dörediň. List-iň elementleri toparyňyzdaky 5 okuwçynyň ady bolmaly.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914400" lvl="1" indent="-457200">
              <a:buFont typeface="+mj-lt"/>
              <a:buAutoNum type="alphaLcParenR"/>
            </a:pP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List-den </a:t>
            </a:r>
            <a:r>
              <a:rPr lang="tk-TM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sany 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talybyň adyny </a:t>
            </a:r>
            <a:r>
              <a:rPr lang="tk-TM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saýlamaly we print etmeli.</a:t>
            </a:r>
          </a:p>
          <a:p>
            <a:pPr marL="914400" lvl="1" indent="-457200">
              <a:buFont typeface="+mj-lt"/>
              <a:buAutoNum type="alphaLcParenR"/>
            </a:pP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List-den </a:t>
            </a:r>
            <a:r>
              <a:rPr lang="tk-TM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sany 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talybyň adyny </a:t>
            </a:r>
            <a:r>
              <a:rPr lang="tk-TM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saýlamaly we print etmeli.</a:t>
            </a:r>
          </a:p>
          <a:p>
            <a:pPr marL="914400" lvl="1" indent="-457200">
              <a:buFont typeface="+mj-lt"/>
              <a:buAutoNum type="alphaLcParenR"/>
            </a:pP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– däki elementleriň </a:t>
            </a:r>
            <a:r>
              <a:rPr lang="tk-TM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ýerleşiş tertibini random</a:t>
            </a:r>
            <a:r>
              <a:rPr lang="tk-TM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üýtgetmeli we print etmeli.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20AE16-4276-4669-AD0F-55B6D4D89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0497" y="3816625"/>
            <a:ext cx="2131503" cy="30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505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4934</TotalTime>
  <Words>102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Тема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 (Programmirlemäge giriş)</dc:title>
  <dc:creator>HYweOU</dc:creator>
  <cp:lastModifiedBy>HP</cp:lastModifiedBy>
  <cp:revision>297</cp:revision>
  <dcterms:created xsi:type="dcterms:W3CDTF">2020-08-31T23:04:32Z</dcterms:created>
  <dcterms:modified xsi:type="dcterms:W3CDTF">2023-02-03T07:32:20Z</dcterms:modified>
</cp:coreProperties>
</file>