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0099FF"/>
    <a:srgbClr val="3399FF"/>
    <a:srgbClr val="B40404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a Dice Program</a:t>
            </a:r>
            <a:endParaRPr lang="tk-TM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u="sng" dirty="0">
              <a:solidFill>
                <a:srgbClr val="00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tk-TM" sz="2400" b="1" u="sng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AE16-4276-4669-AD0F-55B6D4D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497" y="3816625"/>
            <a:ext cx="2131503" cy="3038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79E683-A514-4EA8-862D-2482C6B1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82" y="588580"/>
            <a:ext cx="3228045" cy="32280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3A8FC5-8A06-4EB2-8221-0FBBCBD35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14" y="1456946"/>
            <a:ext cx="41338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11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a Coin Program</a:t>
            </a:r>
            <a:endParaRPr lang="tk-TM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u="sng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tk-TM" sz="2400" b="1" u="sng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AE16-4276-4669-AD0F-55B6D4D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497" y="3816625"/>
            <a:ext cx="2131503" cy="3038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8E69E-88AC-4C75-9A24-603083664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251" y="402064"/>
            <a:ext cx="2816001" cy="4231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5A0C29-A7F7-4479-985A-17EF76985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1484881"/>
            <a:ext cx="3055040" cy="466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61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4946</TotalTime>
  <Words>16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HP</cp:lastModifiedBy>
  <cp:revision>300</cp:revision>
  <dcterms:created xsi:type="dcterms:W3CDTF">2020-08-31T23:04:32Z</dcterms:created>
  <dcterms:modified xsi:type="dcterms:W3CDTF">2023-05-10T21:38:44Z</dcterms:modified>
</cp:coreProperties>
</file>