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482" r:id="rId3"/>
    <p:sldId id="507" r:id="rId4"/>
    <p:sldId id="495" r:id="rId5"/>
    <p:sldId id="496" r:id="rId6"/>
    <p:sldId id="508" r:id="rId7"/>
    <p:sldId id="512" r:id="rId8"/>
    <p:sldId id="511" r:id="rId9"/>
    <p:sldId id="509" r:id="rId10"/>
    <p:sldId id="485" r:id="rId11"/>
    <p:sldId id="514" r:id="rId12"/>
    <p:sldId id="513" r:id="rId13"/>
    <p:sldId id="515" r:id="rId14"/>
    <p:sldId id="517" r:id="rId15"/>
    <p:sldId id="518" r:id="rId16"/>
    <p:sldId id="519" r:id="rId17"/>
    <p:sldId id="520" r:id="rId18"/>
    <p:sldId id="521" r:id="rId19"/>
    <p:sldId id="522" r:id="rId20"/>
    <p:sldId id="52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7" autoAdjust="0"/>
    <p:restoredTop sz="91897" autoAdjust="0"/>
  </p:normalViewPr>
  <p:slideViewPr>
    <p:cSldViewPr snapToGrid="0">
      <p:cViewPr varScale="1">
        <p:scale>
          <a:sx n="68" d="100"/>
          <a:sy n="68" d="100"/>
        </p:scale>
        <p:origin x="8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06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5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54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94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931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15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90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46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6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88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89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06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4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597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05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453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15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301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0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659" y="1143496"/>
            <a:ext cx="7880682" cy="534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Module?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7"/>
            <a:ext cx="11023668" cy="26059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Consider a module to be the same as a code library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containing a set of functions you want to include in your application.</a:t>
            </a:r>
          </a:p>
        </p:txBody>
      </p:sp>
    </p:spTree>
    <p:extLst>
      <p:ext uri="{BB962C8B-B14F-4D97-AF65-F5344CB8AC3E}">
        <p14:creationId xmlns:p14="http://schemas.microsoft.com/office/powerpoint/2010/main" val="317365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Functions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1782621" y="1325563"/>
            <a:ext cx="4186769" cy="52928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loat()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ool()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ist()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6504905" y="1206438"/>
            <a:ext cx="4186769" cy="48848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round()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abs()</a:t>
            </a:r>
          </a:p>
        </p:txBody>
      </p:sp>
    </p:spTree>
    <p:extLst>
      <p:ext uri="{BB962C8B-B14F-4D97-AF65-F5344CB8AC3E}">
        <p14:creationId xmlns:p14="http://schemas.microsoft.com/office/powerpoint/2010/main" val="359498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023668" cy="4842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modules are part of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Python's standard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and are included with the Python installation.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random,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datetime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are modules that you create yourself to encapsulate specific functionalities within your own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projects.</a:t>
            </a:r>
          </a:p>
          <a:p>
            <a:pPr marL="571500" indent="-5715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Modules (External Packages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are modules and packages written by external developers (the Python community) that are not included with the standard Python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installation. 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38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Module?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023668" cy="31123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built-in Python standard library module used to generate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and make random selections. It should be imported using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random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its functions can be used.</a:t>
            </a:r>
            <a:endParaRPr lang="tk-TM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84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random module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0953329" cy="4265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random(), uniform(), triangular(),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betavariate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gammavariate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lognormvariate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vonmisesvariate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paretovariate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weibullvariate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randint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randrange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getrandbits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choice(), choices(), sample(), shuffle(), seed(),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getstate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setstate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tk-TM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83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 Names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CBDA05-1DB7-5AF1-BB98-54195BDE0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585" y="1325563"/>
            <a:ext cx="8185610" cy="444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5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Snake Game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261CE9-45EC-6712-0070-AC0812932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952" y="1325563"/>
            <a:ext cx="471487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3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 Racing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89F17-742A-3824-A16A-54261CD37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765" y="1325563"/>
            <a:ext cx="390525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8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Fruit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197" y="1325563"/>
            <a:ext cx="8102385" cy="493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6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 Messages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13" b="5026"/>
          <a:stretch/>
        </p:blipFill>
        <p:spPr>
          <a:xfrm>
            <a:off x="4386774" y="1325563"/>
            <a:ext cx="3165231" cy="510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5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Turkmenistan Airlines App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9" b="18563"/>
          <a:stretch/>
        </p:blipFill>
        <p:spPr>
          <a:xfrm>
            <a:off x="4233772" y="1325563"/>
            <a:ext cx="3471234" cy="510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1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 float number between 0 and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89" y="2219732"/>
            <a:ext cx="4857750" cy="152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89" y="4808879"/>
            <a:ext cx="422910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 float number between two given parameters.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89" y="2201667"/>
            <a:ext cx="6048375" cy="1524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89" y="4832691"/>
            <a:ext cx="39814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7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randint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 integer number between two given parameters.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05" y="2230242"/>
            <a:ext cx="5867400" cy="1495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37" y="4828148"/>
            <a:ext cx="52387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9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choice()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single, random element from a non-empty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37" y="2238558"/>
            <a:ext cx="10448925" cy="2038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87" y="4828148"/>
            <a:ext cx="10096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7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specified number of unique elements from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87" y="2238558"/>
            <a:ext cx="10477500" cy="20383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87" y="4780523"/>
            <a:ext cx="503872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5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shuffle()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 (or permute) the elements of a sequence in place.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87" y="2284973"/>
            <a:ext cx="10448925" cy="2495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87" y="5483910"/>
            <a:ext cx="865822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3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choice()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37" y="1241155"/>
            <a:ext cx="5667375" cy="40290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175" y="4809365"/>
            <a:ext cx="11906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0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choice()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37" y="1250679"/>
            <a:ext cx="5686425" cy="40100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175" y="4809365"/>
            <a:ext cx="8477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17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37882</TotalTime>
  <Words>258</Words>
  <Application>Microsoft Office PowerPoint</Application>
  <PresentationFormat>Widescreen</PresentationFormat>
  <Paragraphs>68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random Module</vt:lpstr>
      <vt:lpstr>What is a Module?</vt:lpstr>
      <vt:lpstr>Built-in Functions</vt:lpstr>
      <vt:lpstr>Types of Modules</vt:lpstr>
      <vt:lpstr>What is the random Module?</vt:lpstr>
      <vt:lpstr>Functions of the random module</vt:lpstr>
      <vt:lpstr>City Names Game</vt:lpstr>
      <vt:lpstr>Snake Game</vt:lpstr>
      <vt:lpstr>Car Racing Game</vt:lpstr>
      <vt:lpstr>Collect Fruit Game</vt:lpstr>
      <vt:lpstr>Phone Messages</vt:lpstr>
      <vt:lpstr>Turkmenistan Airlines App</vt:lpstr>
      <vt:lpstr>random() function</vt:lpstr>
      <vt:lpstr>uniform() function</vt:lpstr>
      <vt:lpstr>randint() function</vt:lpstr>
      <vt:lpstr>choice() function</vt:lpstr>
      <vt:lpstr>sample() function</vt:lpstr>
      <vt:lpstr>shuffle() function</vt:lpstr>
      <vt:lpstr>choice() function</vt:lpstr>
      <vt:lpstr>choice() function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253</cp:revision>
  <dcterms:created xsi:type="dcterms:W3CDTF">2024-07-19T06:00:09Z</dcterms:created>
  <dcterms:modified xsi:type="dcterms:W3CDTF">2026-06-08T08:54:48Z</dcterms:modified>
</cp:coreProperties>
</file>