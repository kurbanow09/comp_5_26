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408" r:id="rId3"/>
    <p:sldId id="405" r:id="rId4"/>
    <p:sldId id="438" r:id="rId5"/>
    <p:sldId id="437" r:id="rId6"/>
    <p:sldId id="440" r:id="rId7"/>
    <p:sldId id="441" r:id="rId8"/>
    <p:sldId id="439" r:id="rId9"/>
    <p:sldId id="410" r:id="rId10"/>
    <p:sldId id="412" r:id="rId11"/>
    <p:sldId id="413" r:id="rId12"/>
    <p:sldId id="414" r:id="rId13"/>
    <p:sldId id="442" r:id="rId14"/>
    <p:sldId id="443" r:id="rId15"/>
    <p:sldId id="444" r:id="rId16"/>
    <p:sldId id="417" r:id="rId17"/>
    <p:sldId id="445" r:id="rId18"/>
    <p:sldId id="418" r:id="rId19"/>
    <p:sldId id="419" r:id="rId20"/>
    <p:sldId id="446" r:id="rId21"/>
    <p:sldId id="421" r:id="rId22"/>
    <p:sldId id="447" r:id="rId23"/>
    <p:sldId id="423" r:id="rId24"/>
    <p:sldId id="448" r:id="rId25"/>
    <p:sldId id="425" r:id="rId26"/>
    <p:sldId id="449" r:id="rId27"/>
    <p:sldId id="450" r:id="rId28"/>
    <p:sldId id="451" r:id="rId29"/>
    <p:sldId id="429" r:id="rId30"/>
    <p:sldId id="452" r:id="rId31"/>
    <p:sldId id="431" r:id="rId32"/>
    <p:sldId id="453" r:id="rId33"/>
    <p:sldId id="454" r:id="rId34"/>
    <p:sldId id="455" r:id="rId35"/>
    <p:sldId id="457" r:id="rId36"/>
    <p:sldId id="456" r:id="rId37"/>
    <p:sldId id="43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1897" autoAdjust="0"/>
  </p:normalViewPr>
  <p:slideViewPr>
    <p:cSldViewPr snapToGrid="0">
      <p:cViewPr varScale="1">
        <p:scale>
          <a:sx n="68" d="100"/>
          <a:sy n="68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27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3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2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15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03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6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896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9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5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594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9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06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21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26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24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54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810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763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4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3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2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46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999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32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44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754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414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909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85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98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47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717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762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9211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B256FE-A72C-4942-89DB-655309DFB57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52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Methods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9" t="9231" r="14786" b="9334"/>
          <a:stretch/>
        </p:blipFill>
        <p:spPr>
          <a:xfrm>
            <a:off x="3639199" y="1038386"/>
            <a:ext cx="4913602" cy="55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58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Types</a:t>
            </a:r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45F6E1CE-6B2E-476F-96E5-9543C9839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30755"/>
              </p:ext>
            </p:extLst>
          </p:nvPr>
        </p:nvGraphicFramePr>
        <p:xfrm>
          <a:off x="725658" y="1533378"/>
          <a:ext cx="10888394" cy="3667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221">
                  <a:extLst>
                    <a:ext uri="{9D8B030D-6E8A-4147-A177-3AD203B41FA5}">
                      <a16:colId xmlns:a16="http://schemas.microsoft.com/office/drawing/2014/main" val="3966248109"/>
                    </a:ext>
                  </a:extLst>
                </a:gridCol>
                <a:gridCol w="7631173">
                  <a:extLst>
                    <a:ext uri="{9D8B030D-6E8A-4147-A177-3AD203B41FA5}">
                      <a16:colId xmlns:a16="http://schemas.microsoft.com/office/drawing/2014/main" val="1453455411"/>
                    </a:ext>
                  </a:extLst>
                </a:gridCol>
              </a:tblGrid>
              <a:tr h="72470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294385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3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22,  5,  94,  -30,  -24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25152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0.5,  1.25,  3.14,  -4.5,  -2.7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144379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“hello”,  “4 cats”,  “a”,  “aaa”, “7”</a:t>
                      </a:r>
                      <a:endParaRPr lang="it-IT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538980"/>
                  </a:ext>
                </a:extLst>
              </a:tr>
              <a:tr h="735574">
                <a:tc>
                  <a:txBody>
                    <a:bodyPr/>
                    <a:lstStyle/>
                    <a:p>
                      <a:pPr algn="ctr"/>
                      <a:r>
                        <a:rPr lang="tk-TM" sz="3600" b="1" noProof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boolean</a:t>
                      </a:r>
                      <a:endParaRPr lang="tk-TM" sz="3600" b="1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True, False</a:t>
                      </a:r>
                      <a:endParaRPr lang="en-US" sz="3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725658" y="3770142"/>
            <a:ext cx="10860258" cy="6189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0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string, use the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b="12467"/>
          <a:stretch/>
        </p:blipFill>
        <p:spPr>
          <a:xfrm>
            <a:off x="645951" y="4486077"/>
            <a:ext cx="4618773" cy="4938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01718"/>
            <a:ext cx="6972172" cy="10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9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Length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get the length of a string, use the </a:t>
            </a:r>
            <a:r>
              <a:rPr lang="tk-TM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475729"/>
            <a:ext cx="9725435" cy="107274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59" y="4472010"/>
            <a:ext cx="4929850" cy="5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8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certain phrase or character is present in a string, we can use the keyword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475729"/>
            <a:ext cx="9349611" cy="10727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5" y="4155646"/>
            <a:ext cx="1410393" cy="61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4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certain phrase or character is present in a string, we can use the keyword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547235"/>
            <a:ext cx="9349611" cy="97948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50" y="4155646"/>
            <a:ext cx="1549676" cy="61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4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certain phrase or character is NOT present in a string, we can use the keyword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486247"/>
            <a:ext cx="9237071" cy="102851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5" y="4155646"/>
            <a:ext cx="1410393" cy="61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738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certain phrase or character is NOT present in a string, we can use the keyword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456762"/>
            <a:ext cx="9237071" cy="1029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50" y="4155646"/>
            <a:ext cx="1549676" cy="61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25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r="-331" b="35748"/>
          <a:stretch/>
        </p:blipFill>
        <p:spPr>
          <a:xfrm>
            <a:off x="2993583" y="1325563"/>
            <a:ext cx="7414654" cy="2458646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015442" y="1878699"/>
            <a:ext cx="1978141" cy="1807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ndex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tk-TM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</a:p>
          <a:p>
            <a:pPr>
              <a:lnSpc>
                <a:spcPct val="100000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>
            <a:off x="4065562" y="4645538"/>
            <a:ext cx="4965895" cy="46423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64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8" t="35575" r="-331" b="824"/>
          <a:stretch/>
        </p:blipFill>
        <p:spPr>
          <a:xfrm>
            <a:off x="2993583" y="1691322"/>
            <a:ext cx="7414654" cy="243371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1015442" y="1878699"/>
            <a:ext cx="1978141" cy="18070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</a:t>
            </a:r>
          </a:p>
          <a:p>
            <a:pPr>
              <a:lnSpc>
                <a:spcPct val="100000"/>
              </a:lnSpc>
            </a:pP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tk-TM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Стрелка вправо 5"/>
          <p:cNvSpPr/>
          <p:nvPr/>
        </p:nvSpPr>
        <p:spPr>
          <a:xfrm rot="10800000">
            <a:off x="4107765" y="4926891"/>
            <a:ext cx="4965895" cy="46423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968" y="2579618"/>
            <a:ext cx="2967770" cy="18235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56" y="2117122"/>
            <a:ext cx="4329166" cy="228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427" y="2531491"/>
            <a:ext cx="2948227" cy="18716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056" y="2117121"/>
            <a:ext cx="4262224" cy="233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4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position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position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included):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535850"/>
            <a:ext cx="3959356" cy="10126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322" y="3050273"/>
            <a:ext cx="1184971" cy="55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9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the start to position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included):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513898"/>
            <a:ext cx="4017110" cy="10918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390" y="3085710"/>
            <a:ext cx="1401787" cy="5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4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the characters from position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all the way to the end: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6" y="2532948"/>
            <a:ext cx="4101806" cy="1072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014" y="3098310"/>
            <a:ext cx="1246163" cy="51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03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string into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lower 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47" y="3126313"/>
            <a:ext cx="2579621" cy="5006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9" y="2563091"/>
            <a:ext cx="4415218" cy="106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80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 string into upper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47" y="3095045"/>
            <a:ext cx="3249358" cy="5632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9" y="2528185"/>
            <a:ext cx="4373920" cy="109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1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swapcase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Swaps cases, lower case becomes upper case and vice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versa.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8" y="2572766"/>
            <a:ext cx="4622865" cy="11086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47" y="3089728"/>
            <a:ext cx="3183654" cy="51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2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capitalize()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first character to upper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185" t="-1" r="-185" b="4818"/>
          <a:stretch/>
        </p:blipFill>
        <p:spPr>
          <a:xfrm>
            <a:off x="596248" y="4635087"/>
            <a:ext cx="7603842" cy="5558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8" y="2537710"/>
            <a:ext cx="9138332" cy="114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first character of each word to upper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8" y="4550681"/>
            <a:ext cx="7301473" cy="5558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8" y="2532947"/>
            <a:ext cx="9131455" cy="114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5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lower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79" y="2542624"/>
            <a:ext cx="4511703" cy="2915641"/>
          </a:xfrm>
          <a:prstGeom prst="rect">
            <a:avLst/>
          </a:prstGeom>
        </p:spPr>
      </p:pic>
      <p:pic>
        <p:nvPicPr>
          <p:cNvPr id="11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538" y="3280849"/>
            <a:ext cx="1620348" cy="12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isupper()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upper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538" y="3280849"/>
            <a:ext cx="1620348" cy="128599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78123"/>
            <a:ext cx="4852325" cy="278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9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in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alphabet.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02" y="3117199"/>
            <a:ext cx="1620348" cy="128599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75093"/>
            <a:ext cx="5312184" cy="28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9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isnumeric()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6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9102" y="3117199"/>
            <a:ext cx="1620348" cy="12859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75093"/>
            <a:ext cx="5401096" cy="28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04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isalnum()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812538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alphanumeric.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810" y="2597036"/>
            <a:ext cx="1652324" cy="26943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1756013"/>
            <a:ext cx="4101675" cy="472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isspace()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812538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all characters in the string are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whitespaces.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1896693"/>
            <a:ext cx="4800600" cy="4029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809" y="2705100"/>
            <a:ext cx="1483753" cy="184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89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startswith()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812538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the string starts with the specified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953" y="2747303"/>
            <a:ext cx="1491212" cy="18486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1896693"/>
            <a:ext cx="57912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98473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endswith() 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812538"/>
            <a:ext cx="11337234" cy="7183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true if the string ends with the specified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953" y="2747303"/>
            <a:ext cx="1491212" cy="18486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1896693"/>
            <a:ext cx="56388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7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tk-TM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where a specified value is replaced with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specified 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value. 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167" y="3386998"/>
            <a:ext cx="2944163" cy="142415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88774"/>
            <a:ext cx="6851132" cy="281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79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find()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the string for a specified value and returns the position of where it was found.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2588774"/>
            <a:ext cx="4128602" cy="1068826"/>
          </a:xfrm>
          <a:prstGeom prst="rect">
            <a:avLst/>
          </a:prstGeom>
        </p:spPr>
      </p:pic>
      <p:pic>
        <p:nvPicPr>
          <p:cNvPr id="9" name="Рисунок 6"/>
          <p:cNvPicPr>
            <a:picLocks noChangeAspect="1"/>
          </p:cNvPicPr>
          <p:nvPr/>
        </p:nvPicPr>
        <p:blipFill rotWithShape="1">
          <a:blip r:embed="rId4"/>
          <a:srcRect l="7826"/>
          <a:stretch/>
        </p:blipFill>
        <p:spPr>
          <a:xfrm>
            <a:off x="7306627" y="2904979"/>
            <a:ext cx="893152" cy="80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9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number of times a specified value occurs in 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656" y="3049306"/>
            <a:ext cx="711216" cy="86733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2588774"/>
            <a:ext cx="4678341" cy="118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0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Splits the string at the specified separator, and returns a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2588774"/>
            <a:ext cx="8808946" cy="1663912"/>
          </a:xfrm>
          <a:prstGeom prst="rect">
            <a:avLst/>
          </a:prstGeom>
        </p:spPr>
      </p:pic>
      <p:pic>
        <p:nvPicPr>
          <p:cNvPr id="9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47" y="4942321"/>
            <a:ext cx="8166578" cy="60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8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join() Method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the elements of an </a:t>
            </a:r>
            <a:r>
              <a:rPr lang="tk-TM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end of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687"/>
          <a:stretch/>
        </p:blipFill>
        <p:spPr>
          <a:xfrm>
            <a:off x="596247" y="2303443"/>
            <a:ext cx="8220329" cy="2609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491" y="3941743"/>
            <a:ext cx="68580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7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0"/>
            <a:ext cx="11644313" cy="13255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15512-C7AD-43AC-B56A-AB9578602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592" y="2053430"/>
            <a:ext cx="5018919" cy="1306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776C81-0CD7-46AB-8C68-2D165AF9F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37" y="2053430"/>
            <a:ext cx="625857" cy="36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0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Looping Through a String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11B10406-57F4-41F6-80D0-869C9166A306}"/>
              </a:ext>
            </a:extLst>
          </p:cNvPr>
          <p:cNvSpPr txBox="1">
            <a:spLocks/>
          </p:cNvSpPr>
          <p:nvPr/>
        </p:nvSpPr>
        <p:spPr>
          <a:xfrm>
            <a:off x="483705" y="1150167"/>
            <a:ext cx="11337234" cy="7489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through the letters in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text.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7" y="2565113"/>
            <a:ext cx="4048324" cy="22137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204" y="1942564"/>
            <a:ext cx="371475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0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format</a:t>
            </a:r>
            <a:endParaRPr lang="en-US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38" y="1466265"/>
            <a:ext cx="10915102" cy="1371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612" y="3448416"/>
            <a:ext cx="9248775" cy="523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38" y="4749108"/>
            <a:ext cx="10915102" cy="470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D3176B-85B5-443C-9C5C-88DF63F301A4}"/>
              </a:ext>
            </a:extLst>
          </p:cNvPr>
          <p:cNvSpPr/>
          <p:nvPr/>
        </p:nvSpPr>
        <p:spPr>
          <a:xfrm>
            <a:off x="452144" y="4582736"/>
            <a:ext cx="11252176" cy="7911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D3176B-85B5-443C-9C5C-88DF63F301A4}"/>
              </a:ext>
            </a:extLst>
          </p:cNvPr>
          <p:cNvSpPr/>
          <p:nvPr/>
        </p:nvSpPr>
        <p:spPr>
          <a:xfrm>
            <a:off x="437801" y="2352072"/>
            <a:ext cx="11252176" cy="4858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0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1"/>
            <a:ext cx="11644313" cy="1741714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password from the user until write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password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must consist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letters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numbers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4" y="1741715"/>
            <a:ext cx="6450178" cy="439179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649" y="2474687"/>
            <a:ext cx="4310777" cy="29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1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578</Words>
  <Application>Microsoft Office PowerPoint</Application>
  <PresentationFormat>Widescreen</PresentationFormat>
  <Paragraphs>114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Office Theme</vt:lpstr>
      <vt:lpstr>String Methods</vt:lpstr>
      <vt:lpstr>Data Types</vt:lpstr>
      <vt:lpstr>String Length</vt:lpstr>
      <vt:lpstr>String Length</vt:lpstr>
      <vt:lpstr>Check String</vt:lpstr>
      <vt:lpstr>Check String</vt:lpstr>
      <vt:lpstr>Check String</vt:lpstr>
      <vt:lpstr>Check String</vt:lpstr>
      <vt:lpstr>Slicing String</vt:lpstr>
      <vt:lpstr>Slicing String</vt:lpstr>
      <vt:lpstr>Slicing String</vt:lpstr>
      <vt:lpstr>Slicing String</vt:lpstr>
      <vt:lpstr>Slicing String</vt:lpstr>
      <vt:lpstr>Slicing String</vt:lpstr>
      <vt:lpstr>Slicing String</vt:lpstr>
      <vt:lpstr>lower() Method</vt:lpstr>
      <vt:lpstr>upper() Method</vt:lpstr>
      <vt:lpstr>swapcase() Method</vt:lpstr>
      <vt:lpstr>capitalize() Method</vt:lpstr>
      <vt:lpstr>title() Method</vt:lpstr>
      <vt:lpstr>islower() Method</vt:lpstr>
      <vt:lpstr>isupper() Method</vt:lpstr>
      <vt:lpstr>isalpha() Method</vt:lpstr>
      <vt:lpstr>isnumeric() Method</vt:lpstr>
      <vt:lpstr>isalnum() Method</vt:lpstr>
      <vt:lpstr>isspace() Method</vt:lpstr>
      <vt:lpstr>startswith() Method</vt:lpstr>
      <vt:lpstr>endswith() Method</vt:lpstr>
      <vt:lpstr>replace() Method</vt:lpstr>
      <vt:lpstr>find() Method</vt:lpstr>
      <vt:lpstr>count() Method</vt:lpstr>
      <vt:lpstr>split() Method</vt:lpstr>
      <vt:lpstr>join() Method</vt:lpstr>
      <vt:lpstr>Example: for Loop</vt:lpstr>
      <vt:lpstr>Looping Through a String</vt:lpstr>
      <vt:lpstr>String format</vt:lpstr>
      <vt:lpstr>Example: Get a password from the user until write the correct password . The password must consist of only letters and numbers.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199</cp:revision>
  <dcterms:created xsi:type="dcterms:W3CDTF">2024-07-19T06:00:09Z</dcterms:created>
  <dcterms:modified xsi:type="dcterms:W3CDTF">2025-11-07T06:43:16Z</dcterms:modified>
</cp:coreProperties>
</file>