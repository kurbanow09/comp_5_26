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5" r:id="rId2"/>
    <p:sldId id="316" r:id="rId3"/>
    <p:sldId id="317" r:id="rId4"/>
    <p:sldId id="31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40404"/>
    <a:srgbClr val="FF3300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7F13-9D93-4BD7-AB06-4795B57EE9D5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E4C1-1923-4847-87AA-B3B035D236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32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Create </a:t>
            </a:r>
            <a:r>
              <a:rPr lang="tk-TM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variable and assign with "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Exemplary Student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string.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</a:t>
            </a:r>
            <a:r>
              <a:rPr lang="tk-TM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string.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</a:t>
            </a:r>
            <a:r>
              <a:rPr lang="tk-TM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string.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characters from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4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9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included).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characters from 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4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included).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characters from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10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all the way to 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3238561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6" y="3823336"/>
            <a:ext cx="15240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3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Create string variable and assign with "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Exemplary Student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 string into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case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 string into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case</a:t>
            </a:r>
            <a:r>
              <a:rPr lang="tk-TM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 string from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case </a:t>
            </a:r>
            <a:r>
              <a:rPr lang="tk-TM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case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vice versa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"Student" to "Teacher“ in string</a:t>
            </a:r>
            <a:r>
              <a:rPr lang="tk-TM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tk-TM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letter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string.</a:t>
            </a:r>
            <a:endParaRPr lang="tk-TM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letter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string.</a:t>
            </a:r>
            <a:endParaRPr lang="tk-TM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3251440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6" y="3836215"/>
            <a:ext cx="41814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34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Get a name from the user until write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name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must consist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letters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680212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10" name="Picture 2" descr="Django forms styling input field for login page - Stack Over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313" y="2833861"/>
            <a:ext cx="3648075" cy="12573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86" y="2316504"/>
            <a:ext cx="4480096" cy="277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97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Get a birth year from the user until write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birth year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 user’s 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birth year must consist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numbers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length 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912034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6" y="2535446"/>
            <a:ext cx="5301049" cy="2757771"/>
          </a:xfrm>
          <a:prstGeom prst="rect">
            <a:avLst/>
          </a:prstGeom>
        </p:spPr>
      </p:pic>
      <p:pic>
        <p:nvPicPr>
          <p:cNvPr id="6" name="Picture 2" descr="Django forms styling input field for login page - Stack Overfl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313" y="2833861"/>
            <a:ext cx="3648075" cy="12573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1958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3852</TotalTime>
  <Words>205</Words>
  <Application>Microsoft Office PowerPoint</Application>
  <PresentationFormat>Широкоэкранный</PresentationFormat>
  <Paragraphs>20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User</cp:lastModifiedBy>
  <cp:revision>255</cp:revision>
  <dcterms:created xsi:type="dcterms:W3CDTF">2020-08-31T23:04:32Z</dcterms:created>
  <dcterms:modified xsi:type="dcterms:W3CDTF">2026-07-02T16:21:53Z</dcterms:modified>
</cp:coreProperties>
</file>