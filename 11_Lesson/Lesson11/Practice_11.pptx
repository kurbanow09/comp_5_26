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15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B40404"/>
    <a:srgbClr val="FF3300"/>
    <a:srgbClr val="0033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77F13-9D93-4BD7-AB06-4795B57EE9D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E4C1-1923-4847-87AA-B3B035D236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32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7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5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2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96108-A747-4342-85D4-78B7613F4C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2583-639B-4C46-9023-BDF94F212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7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Create </a:t>
            </a:r>
            <a:r>
              <a:rPr lang="tk-TM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variable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 with "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Exemplary Student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</a:t>
            </a:r>
            <a:r>
              <a:rPr lang="tk-TM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</a:t>
            </a:r>
            <a:r>
              <a:rPr lang="tk-TM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characters from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 included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characters from 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4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included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characters from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all the way to the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3238561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6" y="3823336"/>
            <a:ext cx="15240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30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Create string variable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 with "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Exemplary Student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into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case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into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tk-TM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 string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tk-TM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case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vice versa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"Student" to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"Teacher“ in string</a:t>
            </a:r>
            <a:r>
              <a:rPr lang="tk-TM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tk-TM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letter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string.</a:t>
            </a:r>
            <a:endParaRPr lang="tk-TM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string.</a:t>
            </a:r>
            <a:endParaRPr lang="tk-TM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3251440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6" y="3836215"/>
            <a:ext cx="41814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3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from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until write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consist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letters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680212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10" name="Picture 2" descr="Django forms styling input field for login page - Stack Over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313" y="2833861"/>
            <a:ext cx="3648075" cy="12573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86" y="2316504"/>
            <a:ext cx="4480096" cy="277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9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birth year from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until write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 user’s age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birth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 must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its length 4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912034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6" y="2535446"/>
            <a:ext cx="5301049" cy="2757771"/>
          </a:xfrm>
          <a:prstGeom prst="rect">
            <a:avLst/>
          </a:prstGeom>
        </p:spPr>
      </p:pic>
      <p:pic>
        <p:nvPicPr>
          <p:cNvPr id="6" name="Picture 2" descr="Django forms styling input field for login page - Stack Overfl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313" y="2833861"/>
            <a:ext cx="3648075" cy="12573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19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 string from the user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letters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680212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6" y="2316504"/>
            <a:ext cx="4219266" cy="360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05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Get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from the user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letters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680212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6" y="2316504"/>
            <a:ext cx="4292618" cy="180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3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Get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from the user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repeats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680212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316504"/>
            <a:ext cx="4172849" cy="272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9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Get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from the user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letters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each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letter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string.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680212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316503"/>
            <a:ext cx="4172849" cy="357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0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 Get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from the user and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letters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capital letters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small letters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912034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535446"/>
            <a:ext cx="7360891" cy="275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5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user until write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tk-TM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password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 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length: 6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tk-T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letters: 4, 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lang="tk-TM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k-TM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k-T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1963550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9" name="Picture 2" descr="Django forms styling input field for login page - Stack Over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313" y="2833861"/>
            <a:ext cx="3648075" cy="12573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86" y="2548325"/>
            <a:ext cx="5394307" cy="366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8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A332F-6CC5-4C3E-B87F-B691ABB7B257}"/>
              </a:ext>
            </a:extLst>
          </p:cNvPr>
          <p:cNvSpPr/>
          <p:nvPr/>
        </p:nvSpPr>
        <p:spPr>
          <a:xfrm>
            <a:off x="596347" y="230113"/>
            <a:ext cx="1088003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Lottery ticket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numbers usually consist of an even number of digits. A 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lottery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number is considered lucky if the sum of the first half of the digits is equal to the sum of the second half. Given a</a:t>
            </a:r>
            <a:r>
              <a:rPr lang="tk-T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lottery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number n, determine if it's lucky or not. </a:t>
            </a:r>
            <a:endParaRPr lang="tk-T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596347" y="2285520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5" y="2908932"/>
            <a:ext cx="6000650" cy="9032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0E7ECB9-1565-4E09-9954-8C23006835A1}"/>
              </a:ext>
            </a:extLst>
          </p:cNvPr>
          <p:cNvSpPr/>
          <p:nvPr/>
        </p:nvSpPr>
        <p:spPr>
          <a:xfrm>
            <a:off x="643848" y="4240962"/>
            <a:ext cx="16962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85" y="4901642"/>
            <a:ext cx="6009745" cy="90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7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3852</TotalTime>
  <Words>404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254</cp:revision>
  <dcterms:created xsi:type="dcterms:W3CDTF">2020-08-31T23:04:32Z</dcterms:created>
  <dcterms:modified xsi:type="dcterms:W3CDTF">2025-11-19T23:43:37Z</dcterms:modified>
</cp:coreProperties>
</file>