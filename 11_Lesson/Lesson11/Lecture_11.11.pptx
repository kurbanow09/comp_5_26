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408" r:id="rId3"/>
    <p:sldId id="405" r:id="rId4"/>
    <p:sldId id="409" r:id="rId5"/>
    <p:sldId id="410" r:id="rId6"/>
    <p:sldId id="412" r:id="rId7"/>
    <p:sldId id="413" r:id="rId8"/>
    <p:sldId id="414" r:id="rId9"/>
    <p:sldId id="415" r:id="rId10"/>
    <p:sldId id="417" r:id="rId11"/>
    <p:sldId id="416" r:id="rId12"/>
    <p:sldId id="418" r:id="rId13"/>
    <p:sldId id="419" r:id="rId14"/>
    <p:sldId id="420" r:id="rId15"/>
    <p:sldId id="421" r:id="rId16"/>
    <p:sldId id="422" r:id="rId17"/>
    <p:sldId id="423" r:id="rId18"/>
    <p:sldId id="424" r:id="rId19"/>
    <p:sldId id="425" r:id="rId20"/>
    <p:sldId id="426" r:id="rId21"/>
    <p:sldId id="427" r:id="rId22"/>
    <p:sldId id="428" r:id="rId23"/>
    <p:sldId id="429" r:id="rId24"/>
    <p:sldId id="430" r:id="rId25"/>
    <p:sldId id="431" r:id="rId26"/>
    <p:sldId id="432" r:id="rId27"/>
    <p:sldId id="433" r:id="rId28"/>
    <p:sldId id="434" r:id="rId29"/>
    <p:sldId id="435" r:id="rId30"/>
    <p:sldId id="436" r:id="rId31"/>
    <p:sldId id="34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1" autoAdjust="0"/>
    <p:restoredTop sz="91897" autoAdjust="0"/>
  </p:normalViewPr>
  <p:slideViewPr>
    <p:cSldViewPr snapToGrid="0">
      <p:cViewPr varScale="1">
        <p:scale>
          <a:sx n="68" d="100"/>
          <a:sy n="68" d="100"/>
        </p:scale>
        <p:origin x="8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3901B-3C58-48E3-8841-826C5DF48994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56FE-A72C-4942-89DB-655309DF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127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734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96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5993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35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59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85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26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825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54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1810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547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134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1317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29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550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8999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80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2538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79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8414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0796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4857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42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8901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643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1360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521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381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CFD954-4BD9-43B4-8E0E-27ABF86C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2576300-FA9F-4C2B-B351-F004F7DB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07EFF4D-D281-4B59-916F-430E3FC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C77FC65-22F9-4367-922D-24147F4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C70213D-5936-4D13-8F35-16839CDC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9252F67-1CFE-4FFC-BBAB-25800CEA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33734DF-366E-4E37-9B9D-ACD0D741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9372553-4BE2-4F3E-B993-36A00F36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F8FCFA1-D253-43B7-BBB9-99D2BCCD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8B7A29D-83A7-4244-A0B7-3FF72FBC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7E3EC5-BBBC-4A14-901E-A261A085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BAAEB8A-AB01-4E73-BFC1-782D4829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8312820-C7D9-4DED-8237-12DA664F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6A8102B-6D98-40D8-93D3-C514D820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2A734C4-9F1A-42AC-804D-F8843B89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CC3BC25-0284-444E-8950-B2E1F81F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FE6324C-8760-4F50-9D3A-E0931D45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4C17134-E39E-4BE4-8EE6-2A384F6C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C4228BD-BBF9-479F-A6EF-152A72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6EB435F-8CDF-459E-A46F-156DED07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C0E7111-B8AE-4270-98A5-DE288EF5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84B1697-1B39-4198-8A0B-966E8AC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AB16340-3C93-4078-8B6D-FB3ED17A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AB5A4787-EBC5-4EF6-9F9D-0B149FA4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31BE2854-83F3-4AEB-B103-1630E4A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966455DA-5F0D-4EB1-AA4C-08350E1E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00E86614-95A2-43DC-A6DA-02CF15F9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F0A8EC12-27EB-4896-AB16-3310EF1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9FD239F5-241F-4014-9D98-7537FD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7910928-BA67-4FE4-A8B3-43BBB80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AD0E0BA-4942-45AE-AA21-D3ED827F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12B49196-8B36-4AA1-AE5F-E5AA07DE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6307284-CA75-4EE6-8C0A-F673EA3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D5081DB3-4700-4D47-A53D-459DCA5D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63A6C90A-B606-4DD7-B6A6-19DB0650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9C3DE00-76F9-4CA9-AF2C-DABD64B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7B0B7B2-4019-4F4F-8488-36239C7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4343730-2991-4B01-8749-907712BA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66A3B46-816B-4DD3-9FD3-1740F6BB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906E8A4-FB9C-4419-92AC-3834EAA7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0B5A5DC-D8B1-4537-9831-5A4CC1B8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40C0218-6ACC-4077-9B97-CC205EB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1AD5763-C7CF-419D-AD49-B6DF582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29D487F1-083F-4301-A424-3370FD6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1833EE6-92B8-4F32-8215-CFCBC15A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77769DE-CF63-44B0-A974-571235A4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1BE055C-A4D4-47B1-93B1-2110C78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C1559E1-F94D-427E-BA9C-76FF101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E339EA4-C13F-42E5-A105-27B22FCB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7C1FC437-CF5A-45A7-B3C1-0EA550CF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CD2E18C-596E-48BA-9CA4-66B17938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F864CB2-5197-4921-8AE9-7D91414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F920F4F-6D76-4341-8300-27C145E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C4B0B56B-417D-4630-89E3-DC06FC51E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CB08672-9F94-4ADF-A50F-4A506224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0A5EDD1-65B9-4351-8FB7-56BDB3AB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E7B33C8-F128-4119-83DF-C1FA8C5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A412083-EFEE-4C32-9C24-5D0ED07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1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90E55655-6097-4D6C-8836-62D827C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ABA8240-CB69-432A-9307-B3336EC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5F9EB46-DFBB-473D-89C5-417A88D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70447-7F61-4FE1-8090-60E4745075AE}" type="datetimeFigureOut">
              <a:rPr lang="en-US" smtClean="0"/>
              <a:t>11/27/2024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B32B524-EE07-4DBF-8FEE-7405B881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23C2CE1-A9C0-4BE7-9030-BC68C194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Methods</a:t>
            </a:r>
            <a:endParaRPr lang="tk-TM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77" y="1245677"/>
            <a:ext cx="9005446" cy="528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4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658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Types</a:t>
            </a:r>
          </a:p>
        </p:txBody>
      </p:sp>
      <p:graphicFrame>
        <p:nvGraphicFramePr>
          <p:cNvPr id="4" name="Table 7">
            <a:extLst>
              <a:ext uri="{FF2B5EF4-FFF2-40B4-BE49-F238E27FC236}">
                <a16:creationId xmlns="" xmlns:a16="http://schemas.microsoft.com/office/drawing/2014/main" id="{45F6E1CE-6B2E-476F-96E5-9543C9839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127924"/>
              </p:ext>
            </p:extLst>
          </p:nvPr>
        </p:nvGraphicFramePr>
        <p:xfrm>
          <a:off x="725658" y="1533378"/>
          <a:ext cx="10888394" cy="3667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7221">
                  <a:extLst>
                    <a:ext uri="{9D8B030D-6E8A-4147-A177-3AD203B41FA5}">
                      <a16:colId xmlns="" xmlns:a16="http://schemas.microsoft.com/office/drawing/2014/main" val="3966248109"/>
                    </a:ext>
                  </a:extLst>
                </a:gridCol>
                <a:gridCol w="7631173">
                  <a:extLst>
                    <a:ext uri="{9D8B030D-6E8A-4147-A177-3AD203B41FA5}">
                      <a16:colId xmlns="" xmlns:a16="http://schemas.microsoft.com/office/drawing/2014/main" val="1453455411"/>
                    </a:ext>
                  </a:extLst>
                </a:gridCol>
              </a:tblGrid>
              <a:tr h="724706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79294385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  <a:endParaRPr 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22,  5,  94,  -30,  -24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75251529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0.5,  1.25,  3.14,  -4.5,  -2.7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435144379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“hello”,  “4 cats”,  “a”,  “aa”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87538980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tk-TM" sz="3600" b="1" noProof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boolean</a:t>
                      </a:r>
                      <a:endParaRPr lang="tk-TM" sz="3600" b="1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True, False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725658" y="3770142"/>
            <a:ext cx="10860258" cy="6189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034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Length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=""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get the length of a string, use the </a:t>
            </a:r>
            <a:r>
              <a:rPr lang="tk-TM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05" y="2542289"/>
            <a:ext cx="7759926" cy="112937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4"/>
          <a:srcRect b="12467"/>
          <a:stretch/>
        </p:blipFill>
        <p:spPr>
          <a:xfrm>
            <a:off x="3051536" y="4472009"/>
            <a:ext cx="4618773" cy="49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90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Length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=""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get the length of a string, use the </a:t>
            </a:r>
            <a:r>
              <a:rPr lang="tk-TM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05" y="2575810"/>
            <a:ext cx="7635656" cy="109585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4"/>
          <a:srcRect b="11483"/>
          <a:stretch/>
        </p:blipFill>
        <p:spPr>
          <a:xfrm>
            <a:off x="3051536" y="4472010"/>
            <a:ext cx="4929850" cy="50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725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Slicing String</a:t>
            </a:r>
            <a:endParaRPr lang="en-US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8" r="-331" b="35748"/>
          <a:stretch/>
        </p:blipFill>
        <p:spPr>
          <a:xfrm>
            <a:off x="2993583" y="1325563"/>
            <a:ext cx="7414654" cy="2458646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=""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1015442" y="1878699"/>
            <a:ext cx="1978141" cy="18070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</a:p>
          <a:p>
            <a:pPr>
              <a:lnSpc>
                <a:spcPct val="100000"/>
              </a:lnSpc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Стрелка вправо 5"/>
          <p:cNvSpPr/>
          <p:nvPr/>
        </p:nvSpPr>
        <p:spPr>
          <a:xfrm>
            <a:off x="4065562" y="4645538"/>
            <a:ext cx="4965895" cy="46423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643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Slicing String</a:t>
            </a:r>
            <a:endParaRPr lang="en-US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8" t="35575" r="-331" b="824"/>
          <a:stretch/>
        </p:blipFill>
        <p:spPr>
          <a:xfrm>
            <a:off x="2993583" y="1691322"/>
            <a:ext cx="7414654" cy="2433710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=""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1015442" y="1878699"/>
            <a:ext cx="1978141" cy="18070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</a:p>
          <a:p>
            <a:pPr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</a:p>
          <a:p>
            <a:pPr>
              <a:lnSpc>
                <a:spcPct val="100000"/>
              </a:lnSpc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Стрелка вправо 5"/>
          <p:cNvSpPr/>
          <p:nvPr/>
        </p:nvSpPr>
        <p:spPr>
          <a:xfrm rot="10800000">
            <a:off x="4107765" y="4926891"/>
            <a:ext cx="4965895" cy="46423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69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Slicing String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056" y="2117122"/>
            <a:ext cx="4605422" cy="228606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427" y="2501821"/>
            <a:ext cx="3094380" cy="190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419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Slicing String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056" y="2117122"/>
            <a:ext cx="4516911" cy="228606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427" y="2531491"/>
            <a:ext cx="2948227" cy="187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64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Slicing String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l="933"/>
          <a:stretch/>
        </p:blipFill>
        <p:spPr>
          <a:xfrm>
            <a:off x="1448972" y="2117121"/>
            <a:ext cx="4454012" cy="228606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/>
          <a:srcRect l="1900" b="2956"/>
          <a:stretch/>
        </p:blipFill>
        <p:spPr>
          <a:xfrm>
            <a:off x="7019777" y="2639523"/>
            <a:ext cx="1707323" cy="184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762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=""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a string into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lower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05" y="2563091"/>
            <a:ext cx="4377040" cy="112644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347" y="3126313"/>
            <a:ext cx="2579621" cy="50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180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upper() Method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=""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a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into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05" y="2563091"/>
            <a:ext cx="4355581" cy="112644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790" y="3126313"/>
            <a:ext cx="3249358" cy="56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524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swapcase</a:t>
            </a:r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=""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Swaps cases, lower case becomes upper case and vice versa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05" y="2537710"/>
            <a:ext cx="5015043" cy="108928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9335" y="3142867"/>
            <a:ext cx="3115284" cy="48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624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capitalize()</a:t>
            </a:r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=""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first character to upper case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05" y="2475729"/>
            <a:ext cx="9321934" cy="115127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/>
          <a:srcRect l="185" t="-1" r="-185" b="4818"/>
          <a:stretch/>
        </p:blipFill>
        <p:spPr>
          <a:xfrm>
            <a:off x="2174044" y="4395933"/>
            <a:ext cx="7603842" cy="55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84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title() </a:t>
            </a:r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-US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=""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first character of each word to upper case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05" y="2509101"/>
            <a:ext cx="8979875" cy="108452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4044" y="4395933"/>
            <a:ext cx="7301473" cy="55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909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r-TR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islower</a:t>
            </a:r>
            <a:r>
              <a:rPr lang="tk-TM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-US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=""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True if all characters in the string are lower case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14" y="2475729"/>
            <a:ext cx="4682024" cy="292626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898" y="3154240"/>
            <a:ext cx="1637921" cy="130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456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r-TR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isupper</a:t>
            </a:r>
            <a:r>
              <a:rPr lang="tk-TM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-US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=""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True if all characters in the string are upper case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898" y="3154240"/>
            <a:ext cx="1637921" cy="130521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14" y="2475729"/>
            <a:ext cx="5162063" cy="292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67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r-TR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</a:t>
            </a:r>
            <a:r>
              <a:rPr lang="tk-TM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-US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=""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True if all characters in the string are in the alphabet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40" y="2475728"/>
            <a:ext cx="5061355" cy="292626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102" y="3117199"/>
            <a:ext cx="1620348" cy="128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696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r-TR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</a:t>
            </a:r>
            <a:r>
              <a:rPr lang="tk-TM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-US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=""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True if all characters in the string are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numeric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102" y="3117199"/>
            <a:ext cx="1620348" cy="128599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40" y="2507656"/>
            <a:ext cx="5073344" cy="289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811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r-TR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isalnum() </a:t>
            </a:r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-US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=""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True if all characters in the string are alphanumeric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47" y="1868557"/>
            <a:ext cx="3619500" cy="465772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019" y="2850254"/>
            <a:ext cx="1652324" cy="269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967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r-TR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lang="tk-TM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-US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=""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True if all characters in the string are whitespaces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102" y="3117199"/>
            <a:ext cx="1505243" cy="195308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40" y="2050848"/>
            <a:ext cx="4306147" cy="437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20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r-TR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startswith</a:t>
            </a:r>
            <a:r>
              <a:rPr lang="tk-TM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-US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=""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true if the string starts with the specified value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39" y="2050848"/>
            <a:ext cx="6418097" cy="425147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426" y="2813098"/>
            <a:ext cx="1577718" cy="195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442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r-TR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endswith</a:t>
            </a:r>
            <a:r>
              <a:rPr lang="tk-TM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-US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=""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true if the string ends with the specified value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426" y="2813098"/>
            <a:ext cx="1577718" cy="195584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06" y="2050848"/>
            <a:ext cx="6226584" cy="430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79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</a:t>
            </a:r>
            <a:r>
              <a:rPr lang="tk-TM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-US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=""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7"/>
            <a:ext cx="11337234" cy="7489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string where a specified value is replaced with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specified value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90" y="2475730"/>
            <a:ext cx="6723852" cy="265897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2881" y="3119711"/>
            <a:ext cx="2944163" cy="142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979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tk-TM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-US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=""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7"/>
            <a:ext cx="11337234" cy="7489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Searches the string for a specified value and returns the position of where it was found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05" y="3119709"/>
            <a:ext cx="4786483" cy="118500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4"/>
          <a:srcRect l="7826"/>
          <a:stretch/>
        </p:blipFill>
        <p:spPr>
          <a:xfrm>
            <a:off x="7081544" y="3307765"/>
            <a:ext cx="893152" cy="80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361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count() Method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=""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7"/>
            <a:ext cx="11337234" cy="7489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number of times a specified value occurs in a string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05" y="3119709"/>
            <a:ext cx="5129304" cy="125591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544" y="3249320"/>
            <a:ext cx="711216" cy="86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200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=""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7"/>
            <a:ext cx="11337234" cy="7489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Splits the string at the specified separator, and returns a list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05" y="2472597"/>
            <a:ext cx="8843175" cy="167532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4136" y="4440393"/>
            <a:ext cx="8166578" cy="60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772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join() Method</a:t>
            </a:r>
            <a:endParaRPr lang="en-US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=""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7"/>
            <a:ext cx="11337234" cy="7489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Joins the elements of an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iterable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end of the string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l="463"/>
          <a:stretch/>
        </p:blipFill>
        <p:spPr>
          <a:xfrm>
            <a:off x="483705" y="2276548"/>
            <a:ext cx="7907050" cy="351472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356" y="4158396"/>
            <a:ext cx="6544583" cy="131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51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with for Loop</a:t>
            </a:r>
            <a:endParaRPr lang="en-US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310" y="2124368"/>
            <a:ext cx="4822287" cy="243478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/>
          <a:srcRect l="9522"/>
          <a:stretch/>
        </p:blipFill>
        <p:spPr>
          <a:xfrm>
            <a:off x="8285870" y="1325563"/>
            <a:ext cx="436099" cy="515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747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with for Loop</a:t>
            </a:r>
            <a:endParaRPr lang="en-US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9522"/>
          <a:stretch/>
        </p:blipFill>
        <p:spPr>
          <a:xfrm>
            <a:off x="8285870" y="1325563"/>
            <a:ext cx="436099" cy="515195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4"/>
          <a:srcRect l="1246"/>
          <a:stretch/>
        </p:blipFill>
        <p:spPr>
          <a:xfrm>
            <a:off x="1500933" y="2124368"/>
            <a:ext cx="4797270" cy="243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824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u="sng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u="sng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30" y="1465384"/>
            <a:ext cx="6580003" cy="314881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648" y="3949797"/>
            <a:ext cx="4108870" cy="23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1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The End · Typographic design by Robin Mientjes">
            <a:extLst>
              <a:ext uri="{FF2B5EF4-FFF2-40B4-BE49-F238E27FC236}">
                <a16:creationId xmlns="" xmlns:a16="http://schemas.microsoft.com/office/drawing/2014/main" id="{B7CAF4A2-36AC-46D9-8EB0-C670A0CCBE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196" y="700454"/>
            <a:ext cx="7319889" cy="548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327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2149</TotalTime>
  <Words>379</Words>
  <Application>Microsoft Office PowerPoint</Application>
  <PresentationFormat>Широкоэкранный</PresentationFormat>
  <Paragraphs>93</Paragraphs>
  <Slides>31</Slides>
  <Notes>29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Times New Roman</vt:lpstr>
      <vt:lpstr>Office Theme</vt:lpstr>
      <vt:lpstr>String Methods</vt:lpstr>
      <vt:lpstr>Data Types</vt:lpstr>
      <vt:lpstr>String Length</vt:lpstr>
      <vt:lpstr>String Length</vt:lpstr>
      <vt:lpstr>Slicing String</vt:lpstr>
      <vt:lpstr>Slicing String</vt:lpstr>
      <vt:lpstr>Slicing String</vt:lpstr>
      <vt:lpstr>Slicing String</vt:lpstr>
      <vt:lpstr>Slicing String</vt:lpstr>
      <vt:lpstr>lower() Method</vt:lpstr>
      <vt:lpstr>upper() Method</vt:lpstr>
      <vt:lpstr>swapcase() Method</vt:lpstr>
      <vt:lpstr>capitalize() Method</vt:lpstr>
      <vt:lpstr>title() Method</vt:lpstr>
      <vt:lpstr>islower() Method</vt:lpstr>
      <vt:lpstr>isupper() Method</vt:lpstr>
      <vt:lpstr>isalpha() Method</vt:lpstr>
      <vt:lpstr>isnumeric() Method</vt:lpstr>
      <vt:lpstr>isalnum() Method</vt:lpstr>
      <vt:lpstr>isspace() Method</vt:lpstr>
      <vt:lpstr>startswith() Method</vt:lpstr>
      <vt:lpstr>endswith() Method</vt:lpstr>
      <vt:lpstr>replace() Method</vt:lpstr>
      <vt:lpstr>find() Method</vt:lpstr>
      <vt:lpstr>count() Method</vt:lpstr>
      <vt:lpstr>split() Method</vt:lpstr>
      <vt:lpstr>join() Method</vt:lpstr>
      <vt:lpstr>String with for Loop</vt:lpstr>
      <vt:lpstr>String with for Loop</vt:lpstr>
      <vt:lpstr>Example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Jahangir Ashyrbayev</cp:lastModifiedBy>
  <cp:revision>171</cp:revision>
  <dcterms:created xsi:type="dcterms:W3CDTF">2024-07-19T06:00:09Z</dcterms:created>
  <dcterms:modified xsi:type="dcterms:W3CDTF">2024-11-27T13:39:54Z</dcterms:modified>
</cp:coreProperties>
</file>