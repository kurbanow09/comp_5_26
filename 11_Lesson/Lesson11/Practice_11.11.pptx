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3716" autoAdjust="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10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1009740" y="2657111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35" y="0"/>
            <a:ext cx="10980027" cy="1078173"/>
          </a:xfrm>
        </p:spPr>
        <p:txBody>
          <a:bodyPr>
            <a:normAutofit/>
          </a:bodyPr>
          <a:lstStyle/>
          <a:p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Bir sany variable döretmeli. Alýan bahasy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"Exemplary Student"</a:t>
            </a: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1009932" y="580029"/>
            <a:ext cx="10980027" cy="21699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Symbol 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sanyny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etmeli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2-nji harpyny we  soňundan 1-nji harpyny print etmeli;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Ilkinji 4 harpyny print etmeli;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10-njy hardpan başlap ähli harplary print etmeli;</a:t>
            </a:r>
            <a:endParaRPr lang="tk-T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740" y="3391466"/>
            <a:ext cx="1951420" cy="276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1009932" y="3152631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35" y="0"/>
            <a:ext cx="10980027" cy="1078173"/>
          </a:xfrm>
        </p:spPr>
        <p:txBody>
          <a:bodyPr>
            <a:normAutofit/>
          </a:bodyPr>
          <a:lstStyle/>
          <a:p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tk-T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1009932" y="320721"/>
            <a:ext cx="10980027" cy="3077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ü"/>
            </a:pP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Ähli harplary uly harplara öwürmeli;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Ähli harplary kiçi harplara öwürmeli;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Kiçi harplary uly, uly harplary kiçi harplara öwürmeli;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“Student” sözüni, “Students” sözüne çalyşmaly;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“p” harpynyň ýerleşýän index-ini 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etmeli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“e” harpynyň mukdaryny 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etmeli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932" y="3886986"/>
            <a:ext cx="4435525" cy="268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7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928045" y="88290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35" y="0"/>
            <a:ext cx="10980027" cy="1078173"/>
          </a:xfrm>
        </p:spPr>
        <p:txBody>
          <a:bodyPr>
            <a:normAutofit/>
          </a:bodyPr>
          <a:lstStyle/>
          <a:p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45" y="1617259"/>
            <a:ext cx="4872254" cy="30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4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928045" y="88290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35" y="0"/>
            <a:ext cx="10980027" cy="1078173"/>
          </a:xfrm>
        </p:spPr>
        <p:txBody>
          <a:bodyPr>
            <a:normAutofit/>
          </a:bodyPr>
          <a:lstStyle/>
          <a:p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79" y="1617259"/>
            <a:ext cx="5991371" cy="293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00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2388" y="1410965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8" y="282402"/>
            <a:ext cx="10980027" cy="1078173"/>
          </a:xfrm>
        </p:spPr>
        <p:txBody>
          <a:bodyPr>
            <a:normAutofit/>
          </a:bodyPr>
          <a:lstStyle/>
          <a:p>
            <a:pPr algn="just"/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Ulanyjydan string görnüşli maglumat almaly we onuň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symbollaryny print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etmeli.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00" y="2145320"/>
            <a:ext cx="460057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81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2388" y="142461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8" y="282402"/>
            <a:ext cx="10980027" cy="1078173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Ulanyjydan string görnüşli maglumat almaly we onuň diňe uly harplaryny print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etmeli. 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88" y="2071759"/>
            <a:ext cx="47244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18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2388" y="1510703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8" y="282402"/>
            <a:ext cx="10980027" cy="1078173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Ulanyjydan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görnüşli maglumat almaly we onuň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gaýtalanmaýan harplaryny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etmeli.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99" y="2245058"/>
            <a:ext cx="45339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787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2388" y="1510703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8" y="282402"/>
            <a:ext cx="10980027" cy="1078173"/>
          </a:xfrm>
        </p:spPr>
        <p:txBody>
          <a:bodyPr>
            <a:normAutofit/>
          </a:bodyPr>
          <a:lstStyle/>
          <a:p>
            <a:pPr algn="just"/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Ulanyjydan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görnüşli maglumat almaly we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 bir symboluň maglumatyň içindäki mukdaryny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etmeli.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99" y="2245058"/>
            <a:ext cx="449580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65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2388" y="1619887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8" y="282402"/>
            <a:ext cx="10980027" cy="1337485"/>
          </a:xfrm>
        </p:spPr>
        <p:txBody>
          <a:bodyPr>
            <a:noAutofit/>
          </a:bodyPr>
          <a:lstStyle/>
          <a:p>
            <a:pPr algn="just"/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Ulanyjydan string görnüşli maglumat almaly we harplaryň, uly harplaryň, kiçi harplaryň, sifrleriň we boşluklaryň mukdaryny hasaplamaly.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74" y="2354242"/>
            <a:ext cx="84582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13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2388" y="1510703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8" y="282402"/>
            <a:ext cx="10980027" cy="1078173"/>
          </a:xfrm>
        </p:spPr>
        <p:txBody>
          <a:bodyPr>
            <a:normAutofit/>
          </a:bodyPr>
          <a:lstStyle/>
          <a:p>
            <a:pPr algn="just"/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Ulanyjydan string görnüşli maglumat almaly we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uly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harplaryň, kiçi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harplaryň maglumatdaky göterimini hasaplamaly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17" y="2149523"/>
            <a:ext cx="842962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450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The End · Typographic design by Robin Mientjes">
            <a:extLst>
              <a:ext uri="{FF2B5EF4-FFF2-40B4-BE49-F238E27FC236}">
                <a16:creationId xmlns="" xmlns:a16="http://schemas.microsoft.com/office/drawing/2014/main" id="{B7CAF4A2-36AC-46D9-8EB0-C670A0CCBE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196" y="700454"/>
            <a:ext cx="7319889" cy="548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97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1671</TotalTime>
  <Words>217</Words>
  <Application>Microsoft Office PowerPoint</Application>
  <PresentationFormat>Широкоэкранный</PresentationFormat>
  <Paragraphs>31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1. Bir sany variable döretmeli. Alýan bahasy: "Exemplary Student"</vt:lpstr>
      <vt:lpstr>2.</vt:lpstr>
      <vt:lpstr>3.</vt:lpstr>
      <vt:lpstr>4.</vt:lpstr>
      <vt:lpstr>5. Ulanyjydan string görnüşli maglumat almaly we onuň symbollaryny print etmeli. </vt:lpstr>
      <vt:lpstr>6. Ulanyjydan string görnüşli maglumat almaly we onuň diňe uly harplaryny print etmeli. </vt:lpstr>
      <vt:lpstr>7. Ulanyjydan string görnüşli maglumat almaly we onuň gaýtalanmaýan harplaryny print etmeli.</vt:lpstr>
      <vt:lpstr>8. Ulanyjydan string görnüşli maglumat almaly we her bir symboluň maglumatyň içindäki mukdaryny print etmeli.</vt:lpstr>
      <vt:lpstr>9. Ulanyjydan string görnüşli maglumat almaly we harplaryň, uly harplaryň, kiçi harplaryň, sifrleriň we boşluklaryň mukdaryny hasaplamaly.</vt:lpstr>
      <vt:lpstr>10. Ulanyjydan string görnüşli maglumat almaly we uly harplaryň, kiçi harplaryň maglumatdaky göterimini hasaplamaly.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126</cp:revision>
  <dcterms:created xsi:type="dcterms:W3CDTF">2024-07-19T06:00:09Z</dcterms:created>
  <dcterms:modified xsi:type="dcterms:W3CDTF">2024-11-27T03:50:20Z</dcterms:modified>
</cp:coreProperties>
</file>