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327" r:id="rId3"/>
    <p:sldId id="313" r:id="rId4"/>
    <p:sldId id="32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40404"/>
    <a:srgbClr val="FF3300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72" d="100"/>
          <a:sy n="72" d="100"/>
        </p:scale>
        <p:origin x="5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655982" y="322878"/>
            <a:ext cx="110721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Write a program to calculate the multiplication of numbers from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to 10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 * 2 * 3 * 4 * 5 * 6 * 7 * 8 * 9 *10)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57ABC-51FB-4409-8657-2ADA0E4D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75" y="3017664"/>
            <a:ext cx="2292626" cy="3681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795128" y="1577722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8E1A3F-B0D6-44DF-8640-E7A1B2E32E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60"/>
          <a:stretch/>
        </p:blipFill>
        <p:spPr>
          <a:xfrm>
            <a:off x="898042" y="2266122"/>
            <a:ext cx="5297592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90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655982" y="322878"/>
            <a:ext cx="110721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Write a program to ask a number from the user and to find the value of a following product: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* 2 * 3 *. . . * 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57ABC-51FB-4409-8657-2ADA0E4D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75" y="3017664"/>
            <a:ext cx="2292626" cy="3681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655982" y="2271780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E00359-9E2E-4659-9F2F-B0C509837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82" y="2942930"/>
            <a:ext cx="4217166" cy="9721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D9D5DB-B12C-4594-BB15-9AFC91EBE700}"/>
              </a:ext>
            </a:extLst>
          </p:cNvPr>
          <p:cNvSpPr/>
          <p:nvPr/>
        </p:nvSpPr>
        <p:spPr>
          <a:xfrm>
            <a:off x="655982" y="4724796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factorial     =&gt;      1 * 2 * 3 * 4=24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factorial     =&gt;      1 * 2 * 3 * 4 * 5=120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factorial     =&gt;      1 * 2 * 3 * 4 * 5 * 6 =720</a:t>
            </a:r>
            <a:endParaRPr lang="tk-T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962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57ABC-51FB-4409-8657-2ADA0E4D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75" y="3017664"/>
            <a:ext cx="2292626" cy="3681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768624" y="1064335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AEFF42-5836-48CE-8C51-354A0F479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42" y="1719055"/>
            <a:ext cx="4306957" cy="446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E57ABC-51FB-4409-8657-2ADA0E4D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375" y="3017664"/>
            <a:ext cx="2292626" cy="3681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768624" y="1064335"/>
            <a:ext cx="16962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01D19-35D6-410E-8AE0-E3C25E173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49" y="1734999"/>
            <a:ext cx="5443135" cy="436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271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3539</TotalTime>
  <Words>119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(Programmirlemäge giriş)</dc:title>
  <dc:creator>HYweOU</dc:creator>
  <cp:lastModifiedBy>User</cp:lastModifiedBy>
  <cp:revision>207</cp:revision>
  <dcterms:created xsi:type="dcterms:W3CDTF">2020-08-31T23:04:32Z</dcterms:created>
  <dcterms:modified xsi:type="dcterms:W3CDTF">2024-03-20T07:23:41Z</dcterms:modified>
</cp:coreProperties>
</file>