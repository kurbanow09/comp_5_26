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3" r:id="rId2"/>
    <p:sldId id="354" r:id="rId3"/>
    <p:sldId id="355" r:id="rId4"/>
    <p:sldId id="3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91204" cy="170219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Write a program to ask from the user 5 numbers. Output the sum of positive numbers and the sum of negative numbers.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564803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C0A7E-C339-446E-93EB-A64676765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94" y="2177117"/>
            <a:ext cx="5808428" cy="315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4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91204" cy="170219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a program to ask from the user 5 numbers. Output the quantity of positive numbers and the quantity of negative numbers.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564803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8126B3-E3C5-4E04-A8D1-1BE4E2BC5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20" y="2177117"/>
            <a:ext cx="6150033" cy="315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91204" cy="170219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Write a program to ask from the user 5 numbers. Output the sum of numbers and the average of numbers.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564803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00289-DF93-471E-BA7C-7C2FDA56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06" y="2177117"/>
            <a:ext cx="4579812" cy="315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8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91204" cy="196132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Write a program to ask from the user 5 numbers. Output the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numbers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of numbers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count negative numbers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80334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7730A-B17A-4D43-8551-72E4A190C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06" y="2415656"/>
            <a:ext cx="4618706" cy="315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324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3374</TotalTime>
  <Words>116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1. Write a program to ask from the user 5 numbers. Output the sum of positive numbers and the sum of negative numbers.</vt:lpstr>
      <vt:lpstr>2. Write a program to ask from the user 5 numbers. Output the quantity of positive numbers and the quantity of negative numbers.</vt:lpstr>
      <vt:lpstr>3. Write a program to ask from the user 5 numbers. Output the sum of numbers and the average of numbers.</vt:lpstr>
      <vt:lpstr>4. Write a program to ask from the user 5 numbers. Output the sum of numbers and the average of numbers, but don’t count negative numbers.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HYweOU</dc:creator>
  <cp:lastModifiedBy>User</cp:lastModifiedBy>
  <cp:revision>201</cp:revision>
  <dcterms:created xsi:type="dcterms:W3CDTF">2020-08-31T23:04:32Z</dcterms:created>
  <dcterms:modified xsi:type="dcterms:W3CDTF">2024-10-24T19:18:38Z</dcterms:modified>
</cp:coreProperties>
</file>