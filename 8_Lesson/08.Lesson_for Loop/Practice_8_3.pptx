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  <p:sldId id="320" r:id="rId3"/>
    <p:sldId id="321" r:id="rId4"/>
    <p:sldId id="322" r:id="rId5"/>
    <p:sldId id="323" r:id="rId6"/>
    <p:sldId id="324" r:id="rId7"/>
    <p:sldId id="32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40404"/>
    <a:srgbClr val="FF3300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72" d="100"/>
          <a:sy n="72" d="100"/>
        </p:scale>
        <p:origin x="5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Given two integers A and B (A &lt; B), output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ascending order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integers in the range A to B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(including A and B).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output the amount N of these integers.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728867" y="1793166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D98AD-5E59-4127-BEE5-649C7955C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83" y="2476882"/>
            <a:ext cx="2570921" cy="3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1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Given two integers A and B (A &lt; B), output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descending order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integers in the range A to B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(including A and B)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Also output the amount N of these integers.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728867" y="1793166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742A50-B98B-4675-B16A-6232CCFC1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67" y="2494444"/>
            <a:ext cx="248602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49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Given two integers A and B (A &lt; B), find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integers in the range A to B inclusive.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728867" y="1793166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941FCF-C75E-45EC-9BD2-546EB5C23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55" y="2388648"/>
            <a:ext cx="3408346" cy="17195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99047CE-D791-4EC1-AC22-C5041369B3AA}"/>
              </a:ext>
            </a:extLst>
          </p:cNvPr>
          <p:cNvSpPr/>
          <p:nvPr/>
        </p:nvSpPr>
        <p:spPr>
          <a:xfrm>
            <a:off x="977555" y="4881714"/>
            <a:ext cx="56255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+ 13 + 14 + 15 + 16 + 17 = 87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387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Given two integers A and B (A &lt; B), find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squares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all integers in the range A to B inclusive.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728867" y="1793166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B87CED-3980-4AC4-8567-8092AAF151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69"/>
          <a:stretch/>
        </p:blipFill>
        <p:spPr>
          <a:xfrm>
            <a:off x="728867" y="2558908"/>
            <a:ext cx="3947204" cy="11295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1CF05E5-6B4A-43B0-A97A-546AAC9E463C}"/>
                  </a:ext>
                </a:extLst>
              </p:cNvPr>
              <p:cNvSpPr/>
              <p:nvPr/>
            </p:nvSpPr>
            <p:spPr>
              <a:xfrm>
                <a:off x="728867" y="4858526"/>
                <a:ext cx="6820585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𝟏𝟑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𝟏𝟒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𝟏𝟓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𝟏𝟕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1279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1CF05E5-6B4A-43B0-A97A-546AAC9E46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67" y="4858526"/>
                <a:ext cx="6820585" cy="532966"/>
              </a:xfrm>
              <a:prstGeom prst="rect">
                <a:avLst/>
              </a:prstGeom>
              <a:blipFill>
                <a:blip r:embed="rId4"/>
                <a:stretch>
                  <a:fillRect t="-9195" r="-984" b="-32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52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Given two integers A and B (A &lt; B), find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integers in the range A to B inclusive.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728867" y="1793166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9C6160-BABC-4498-BFAA-F93B80B68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97" y="2458077"/>
            <a:ext cx="3944763" cy="138499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EDB061B-5E3C-4E34-9374-A25A49B0DDA8}"/>
              </a:ext>
            </a:extLst>
          </p:cNvPr>
          <p:cNvSpPr/>
          <p:nvPr/>
        </p:nvSpPr>
        <p:spPr>
          <a:xfrm>
            <a:off x="885138" y="4823039"/>
            <a:ext cx="60858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* 13 * 14 * 15 * 16 * 17 = 8910720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80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Given two integers A and B , output those integers from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smallest to the largest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728867" y="1793166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A0A7-00B2-4470-A658-D86B449EFB9F}"/>
              </a:ext>
            </a:extLst>
          </p:cNvPr>
          <p:cNvSpPr/>
          <p:nvPr/>
        </p:nvSpPr>
        <p:spPr>
          <a:xfrm flipH="1">
            <a:off x="3729823" y="2316386"/>
            <a:ext cx="47047" cy="338947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DFB26-FB61-40EA-A6B4-5601771F4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48" y="2553796"/>
            <a:ext cx="1828800" cy="2914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058B3C-C9EC-4704-A68C-A8AFCAA86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547" y="2519671"/>
            <a:ext cx="2048123" cy="317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91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Given two integers A and B , output those integers from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to the smallest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728867" y="1793166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A0A7-00B2-4470-A658-D86B449EFB9F}"/>
              </a:ext>
            </a:extLst>
          </p:cNvPr>
          <p:cNvSpPr/>
          <p:nvPr/>
        </p:nvSpPr>
        <p:spPr>
          <a:xfrm flipH="1">
            <a:off x="3729823" y="2316386"/>
            <a:ext cx="47047" cy="338947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DFCB11-F20B-45D2-98D8-A807B2113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67" y="2519671"/>
            <a:ext cx="1847850" cy="285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93A982-C3B8-4D2C-8C15-D46441365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975" y="2519671"/>
            <a:ext cx="194348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20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3539</TotalTime>
  <Words>247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(Programmirlemäge giriş)</dc:title>
  <dc:creator>HYweOU</dc:creator>
  <cp:lastModifiedBy>User</cp:lastModifiedBy>
  <cp:revision>207</cp:revision>
  <dcterms:created xsi:type="dcterms:W3CDTF">2020-08-31T23:04:32Z</dcterms:created>
  <dcterms:modified xsi:type="dcterms:W3CDTF">2024-03-20T07:27:28Z</dcterms:modified>
</cp:coreProperties>
</file>